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cbfe16e140484f" /><Relationship Type="http://schemas.openxmlformats.org/officeDocument/2006/relationships/extended-properties" Target="/docProps/app.xml" Id="R2a452c6efcde4132" /><Relationship Type="http://schemas.openxmlformats.org/officeDocument/2006/relationships/officeDocument" Target="/ppt/presentation.xml" Id="Rbff5d7ff03cb40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2dddc562144a07"/>
  </p:sldMasterIdLst>
  <p:notesMasterIdLst>
    <p:notesMasterId xmlns:r="http://schemas.openxmlformats.org/officeDocument/2006/relationships" r:id="R33e5c0a054004fca"/>
  </p:notesMasterIdLst>
  <p:sldIdLst>
    <p:sldId xmlns:r="http://schemas.openxmlformats.org/officeDocument/2006/relationships" id="256" r:id="R6edc9b9eb8004b67"/>
    <p:sldId xmlns:r="http://schemas.openxmlformats.org/officeDocument/2006/relationships" id="257" r:id="R8b6010631fc04c57"/>
    <p:sldId xmlns:r="http://schemas.openxmlformats.org/officeDocument/2006/relationships" id="258" r:id="R4ebce3cdb98b4df4"/>
    <p:sldId xmlns:r="http://schemas.openxmlformats.org/officeDocument/2006/relationships" id="259" r:id="Re756ddc889504da5"/>
    <p:sldId xmlns:r="http://schemas.openxmlformats.org/officeDocument/2006/relationships" id="260" r:id="Rcbf9fa252db849ba"/>
    <p:sldId xmlns:r="http://schemas.openxmlformats.org/officeDocument/2006/relationships" id="261" r:id="Rfc7364e730424444"/>
    <p:sldId xmlns:r="http://schemas.openxmlformats.org/officeDocument/2006/relationships" id="262" r:id="R9d2f5ec0eb404c24"/>
    <p:sldId xmlns:r="http://schemas.openxmlformats.org/officeDocument/2006/relationships" id="263" r:id="Rf0dbc44296744ade"/>
    <p:sldId xmlns:r="http://schemas.openxmlformats.org/officeDocument/2006/relationships" id="264" r:id="Re5eec4569fbe437d"/>
    <p:sldId xmlns:r="http://schemas.openxmlformats.org/officeDocument/2006/relationships" id="265" r:id="R6d5f9c3ad66344a1"/>
    <p:sldId xmlns:r="http://schemas.openxmlformats.org/officeDocument/2006/relationships" id="266" r:id="R90baa4959f9a4f2e"/>
    <p:sldId xmlns:r="http://schemas.openxmlformats.org/officeDocument/2006/relationships" id="267" r:id="R4d2533759ffd40b5"/>
    <p:sldId xmlns:r="http://schemas.openxmlformats.org/officeDocument/2006/relationships" id="268" r:id="R2a2a376e962441bf"/>
    <p:sldId xmlns:r="http://schemas.openxmlformats.org/officeDocument/2006/relationships" id="269" r:id="Re5176b097dc74707"/>
    <p:sldId xmlns:r="http://schemas.openxmlformats.org/officeDocument/2006/relationships" id="270" r:id="Rde8f5b20ee5a429f"/>
    <p:sldId xmlns:r="http://schemas.openxmlformats.org/officeDocument/2006/relationships" id="271" r:id="R797121022058409a"/>
    <p:sldId xmlns:r="http://schemas.openxmlformats.org/officeDocument/2006/relationships" id="272" r:id="R311e677b7d784405"/>
    <p:sldId xmlns:r="http://schemas.openxmlformats.org/officeDocument/2006/relationships" id="273" r:id="Rb1102724053544ef"/>
    <p:sldId xmlns:r="http://schemas.openxmlformats.org/officeDocument/2006/relationships" id="274" r:id="R6fa2231a20e54719"/>
    <p:sldId xmlns:r="http://schemas.openxmlformats.org/officeDocument/2006/relationships" id="275" r:id="R7fe2653894e945cc"/>
    <p:sldId xmlns:r="http://schemas.openxmlformats.org/officeDocument/2006/relationships" id="276" r:id="R974d87370629408b"/>
    <p:sldId xmlns:r="http://schemas.openxmlformats.org/officeDocument/2006/relationships" id="277" r:id="R27e3dccc87894c38"/>
    <p:sldId xmlns:r="http://schemas.openxmlformats.org/officeDocument/2006/relationships" id="278" r:id="Rfbde29b5703545c5"/>
    <p:sldId xmlns:r="http://schemas.openxmlformats.org/officeDocument/2006/relationships" id="279" r:id="R6d68cfe8c8c4449a"/>
    <p:sldId xmlns:r="http://schemas.openxmlformats.org/officeDocument/2006/relationships" id="280" r:id="R2fe92c517ca541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32a6f8550c4248" /><Relationship Type="http://schemas.openxmlformats.org/officeDocument/2006/relationships/slideMaster" Target="/ppt/slideMasters/slideMaster1.xml" Id="Rbf2dddc562144a07" /><Relationship Type="http://schemas.openxmlformats.org/officeDocument/2006/relationships/notesMaster" Target="/ppt/notesMasters/notesMaster1.xml" Id="R33e5c0a054004fca" /><Relationship Type="http://schemas.openxmlformats.org/officeDocument/2006/relationships/presProps" Target="/ppt/presProps.xml" Id="Reec2b9c619c24711" /><Relationship Type="http://schemas.openxmlformats.org/officeDocument/2006/relationships/tableStyles" Target="/ppt/tableStyles.xml" Id="Ra337dcc8336842ec" /><Relationship Type="http://schemas.openxmlformats.org/officeDocument/2006/relationships/slide" Target="/ppt/slides/slide1.xml" Id="R6edc9b9eb8004b67" /><Relationship Type="http://schemas.openxmlformats.org/officeDocument/2006/relationships/slide" Target="/ppt/slides/slide2.xml" Id="R8b6010631fc04c57" /><Relationship Type="http://schemas.openxmlformats.org/officeDocument/2006/relationships/slide" Target="/ppt/slides/slide3.xml" Id="R4ebce3cdb98b4df4" /><Relationship Type="http://schemas.openxmlformats.org/officeDocument/2006/relationships/slide" Target="/ppt/slides/slide4.xml" Id="Re756ddc889504da5" /><Relationship Type="http://schemas.openxmlformats.org/officeDocument/2006/relationships/slide" Target="/ppt/slides/slide5.xml" Id="Rcbf9fa252db849ba" /><Relationship Type="http://schemas.openxmlformats.org/officeDocument/2006/relationships/slide" Target="/ppt/slides/slide6.xml" Id="Rfc7364e730424444" /><Relationship Type="http://schemas.openxmlformats.org/officeDocument/2006/relationships/slide" Target="/ppt/slides/slide7.xml" Id="R9d2f5ec0eb404c24" /><Relationship Type="http://schemas.openxmlformats.org/officeDocument/2006/relationships/slide" Target="/ppt/slides/slide8.xml" Id="Rf0dbc44296744ade" /><Relationship Type="http://schemas.openxmlformats.org/officeDocument/2006/relationships/slide" Target="/ppt/slides/slide9.xml" Id="Re5eec4569fbe437d" /><Relationship Type="http://schemas.openxmlformats.org/officeDocument/2006/relationships/slide" Target="/ppt/slides/slide10.xml" Id="R6d5f9c3ad66344a1" /><Relationship Type="http://schemas.openxmlformats.org/officeDocument/2006/relationships/slide" Target="/ppt/slides/slide11.xml" Id="R90baa4959f9a4f2e" /><Relationship Type="http://schemas.openxmlformats.org/officeDocument/2006/relationships/slide" Target="/ppt/slides/slide12.xml" Id="R4d2533759ffd40b5" /><Relationship Type="http://schemas.openxmlformats.org/officeDocument/2006/relationships/slide" Target="/ppt/slides/slide13.xml" Id="R2a2a376e962441bf" /><Relationship Type="http://schemas.openxmlformats.org/officeDocument/2006/relationships/slide" Target="/ppt/slides/slide14.xml" Id="Re5176b097dc74707" /><Relationship Type="http://schemas.openxmlformats.org/officeDocument/2006/relationships/slide" Target="/ppt/slides/slide15.xml" Id="Rde8f5b20ee5a429f" /><Relationship Type="http://schemas.openxmlformats.org/officeDocument/2006/relationships/slide" Target="/ppt/slides/slide16.xml" Id="R797121022058409a" /><Relationship Type="http://schemas.openxmlformats.org/officeDocument/2006/relationships/slide" Target="/ppt/slides/slide17.xml" Id="R311e677b7d784405" /><Relationship Type="http://schemas.openxmlformats.org/officeDocument/2006/relationships/slide" Target="/ppt/slides/slide18.xml" Id="Rb1102724053544ef" /><Relationship Type="http://schemas.openxmlformats.org/officeDocument/2006/relationships/slide" Target="/ppt/slides/slide19.xml" Id="R6fa2231a20e54719" /><Relationship Type="http://schemas.openxmlformats.org/officeDocument/2006/relationships/slide" Target="/ppt/slides/slide20.xml" Id="R7fe2653894e945cc" /><Relationship Type="http://schemas.openxmlformats.org/officeDocument/2006/relationships/slide" Target="/ppt/slides/slide21.xml" Id="R974d87370629408b" /><Relationship Type="http://schemas.openxmlformats.org/officeDocument/2006/relationships/slide" Target="/ppt/slides/slide22.xml" Id="R27e3dccc87894c38" /><Relationship Type="http://schemas.openxmlformats.org/officeDocument/2006/relationships/slide" Target="/ppt/slides/slide23.xml" Id="Rfbde29b5703545c5" /><Relationship Type="http://schemas.openxmlformats.org/officeDocument/2006/relationships/slide" Target="/ppt/slides/slide24.xml" Id="R6d68cfe8c8c4449a" /><Relationship Type="http://schemas.openxmlformats.org/officeDocument/2006/relationships/slide" Target="/ppt/slides/slide25.xml" Id="R2fe92c517ca541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3016ac67ba46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d0259e454a4086" /><Relationship Type="http://schemas.openxmlformats.org/officeDocument/2006/relationships/notesMaster" Target="/ppt/notesMasters/notesMaster1.xml" Id="Ra5bc9d21617945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3662988e644ace" /><Relationship Type="http://schemas.openxmlformats.org/officeDocument/2006/relationships/notesMaster" Target="/ppt/notesMasters/notesMaster1.xml" Id="R050c15aeee8e42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959efcf256450e" /><Relationship Type="http://schemas.openxmlformats.org/officeDocument/2006/relationships/notesMaster" Target="/ppt/notesMasters/notesMaster1.xml" Id="Rcf8e915db7214d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ef07f992b84c87" /><Relationship Type="http://schemas.openxmlformats.org/officeDocument/2006/relationships/notesMaster" Target="/ppt/notesMasters/notesMaster1.xml" Id="R62ab403765b348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06affe5a03494c" /><Relationship Type="http://schemas.openxmlformats.org/officeDocument/2006/relationships/notesMaster" Target="/ppt/notesMasters/notesMaster1.xml" Id="R3604aa41f39040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4ee7ea4ac04645" /><Relationship Type="http://schemas.openxmlformats.org/officeDocument/2006/relationships/notesMaster" Target="/ppt/notesMasters/notesMaster1.xml" Id="Rcc04e817c00844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a96d8d446b4345" /><Relationship Type="http://schemas.openxmlformats.org/officeDocument/2006/relationships/notesMaster" Target="/ppt/notesMasters/notesMaster1.xml" Id="R047e317b17c64b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e8eed51fd047ba" /><Relationship Type="http://schemas.openxmlformats.org/officeDocument/2006/relationships/notesMaster" Target="/ppt/notesMasters/notesMaster1.xml" Id="R38ecffd8cf6043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5e622a622948d7" /><Relationship Type="http://schemas.openxmlformats.org/officeDocument/2006/relationships/notesMaster" Target="/ppt/notesMasters/notesMaster1.xml" Id="R27aab02fde0e4a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5c4fb16ca74f5f" /><Relationship Type="http://schemas.openxmlformats.org/officeDocument/2006/relationships/notesMaster" Target="/ppt/notesMasters/notesMaster1.xml" Id="Rbabb8837ef234e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e1ae549d874e25" /><Relationship Type="http://schemas.openxmlformats.org/officeDocument/2006/relationships/notesMaster" Target="/ppt/notesMasters/notesMaster1.xml" Id="R7dd7cb57c03645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1873284ca24ac2" /><Relationship Type="http://schemas.openxmlformats.org/officeDocument/2006/relationships/notesMaster" Target="/ppt/notesMasters/notesMaster1.xml" Id="R7efbb5e849ea41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c7246fc91f40fd" /><Relationship Type="http://schemas.openxmlformats.org/officeDocument/2006/relationships/notesMaster" Target="/ppt/notesMasters/notesMaster1.xml" Id="R1c172deceb3144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df9c0f43fe40c6" /><Relationship Type="http://schemas.openxmlformats.org/officeDocument/2006/relationships/notesMaster" Target="/ppt/notesMasters/notesMaster1.xml" Id="R8cd1aa5cb3a04a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31933d88394812" /><Relationship Type="http://schemas.openxmlformats.org/officeDocument/2006/relationships/notesMaster" Target="/ppt/notesMasters/notesMaster1.xml" Id="R8e3e1885a2014b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482e5ecfb8e4530" /><Relationship Type="http://schemas.openxmlformats.org/officeDocument/2006/relationships/notesMaster" Target="/ppt/notesMasters/notesMaster1.xml" Id="R552862bc4dab4ae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e28ffffc023438f" /><Relationship Type="http://schemas.openxmlformats.org/officeDocument/2006/relationships/notesMaster" Target="/ppt/notesMasters/notesMaster1.xml" Id="Rff5d989bb0f445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52ee38dff064b3f" /><Relationship Type="http://schemas.openxmlformats.org/officeDocument/2006/relationships/notesMaster" Target="/ppt/notesMasters/notesMaster1.xml" Id="Rcc6f0d034209446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020838f0428405e" /><Relationship Type="http://schemas.openxmlformats.org/officeDocument/2006/relationships/notesMaster" Target="/ppt/notesMasters/notesMaster1.xml" Id="R5c7558add614400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40f0c6d6fcd475e" /><Relationship Type="http://schemas.openxmlformats.org/officeDocument/2006/relationships/notesMaster" Target="/ppt/notesMasters/notesMaster1.xml" Id="R36f6fd1f6d6a4a8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48855b3436e4147" /><Relationship Type="http://schemas.openxmlformats.org/officeDocument/2006/relationships/notesMaster" Target="/ppt/notesMasters/notesMaster1.xml" Id="R722689f3f7e94df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593f0001d29424d" /><Relationship Type="http://schemas.openxmlformats.org/officeDocument/2006/relationships/notesMaster" Target="/ppt/notesMasters/notesMaster1.xml" Id="R3e8c98729c114b7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e9c03fe62434423" /><Relationship Type="http://schemas.openxmlformats.org/officeDocument/2006/relationships/notesMaster" Target="/ppt/notesMasters/notesMaster1.xml" Id="Rd4eea72693724f8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2c6ee0006394e66" /><Relationship Type="http://schemas.openxmlformats.org/officeDocument/2006/relationships/notesMaster" Target="/ppt/notesMasters/notesMaster1.xml" Id="Rcb80d43cdaa748d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8da7647229f424b" /><Relationship Type="http://schemas.openxmlformats.org/officeDocument/2006/relationships/notesMaster" Target="/ppt/notesMasters/notesMaster1.xml" Id="Rbdca239e456f4a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开场先说明：这不是提示词技巧集合，而是一套把 Agent 纳入工程系统的方法。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强调区别不在于回答更长，而在于 Agent 能把目标、工具、环境与反馈连接成持续的行动过程。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逐个解释闭环。真正可靠的 Agent 协作必须让每一轮都产生可检查的证据，而不是只产生一段自然语言。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三个优势可以概括为：能动手、能验证、能协作。后面的规则体系就是为了让这三项能力稳定发挥。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这四个限制不能靠相信模型更聪明来消除。工程方法的任务，是把有限上下文和随机行为包进可控的外部结构。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这是全套方法的出发点：对话只是执行现场，真正的项目记忆与控制结构应落在仓库和自动校验中。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第一轮让 Agent 阅读、盘点和解释，不急于修改。交付物应是项目地图和核心目标，而不是一串看过的文件名。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项目地图是后续规则文件的输入。它需要回答目标、位置、状态、证据和风险，方便新任务快速进入正确语境。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尤其在硬件相关项目里，真正完成往往要求软件公式、配置消费与真实 RTL 三端一致。任何单点通过都只是中间证据。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根规则不应变成百科全书。它保存稳定信息和索引，把变化快、粒度细的内容路由到计划、历史和分支规则。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判断标准是：每个新任务都需要知道吗？如果不是，就放进被索引的专用文件，不要让根规则持续膨胀。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三类文件分别服务于现在、过去和当前分支。职责清晰后，Agent 才能按需读取而不是一次性加载整个项目。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三个收益对应连续性、上下文质量和稳定性。远端 Git 备份还可以降低误删或本地环境损坏带来的风险。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主线只管理系统，不长期陷入某个实现细节。分支负责执行并返回证据，让人随时可以通过主线了解全局。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任务单与返回包形成通信协议。并行越多，越需要统一格式，否则主线会把节省的执行时间重新花在理解和对账上。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并行优化的是等待时间，不是总工作量。要避免多个分支抢占同一资源或对同一文件产生无意义冲突。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上下文管理的本质是路由。根规则负责告诉 Agent 去哪里找，专用文件负责提供当前动作所需的信息。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 Agent 先复述计划，可以尽早发现目标理解偏差。对高成本或不可逆操作，计划必须明确到修改路径、验证和停止条件。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通常不会主动判断计划代价是否过大。只要没有新证据、失败点反复漂移或成本持续上升，人就应主动重构问题。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这条路线表面合理，但中间缺少关键语义：配置如何被映射、编码、运行并被 RTL 消费。Agent 只能在结果附近盲调。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人补充了已有算子的计算步骤、JSON 到比特流的生成过程、运行框架和 RTL 源码。Agent 因而能建立完整因果链。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案例的重点不是五轮这个数字，而是每一轮都沿同一条消费链积累证据，最终既完成算子，也暴露了 RTL 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关键要求优先写成代码门禁，其次写入规则文件。口头说明适合补充意图，不适合承担长期约束。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经验只有进入规则或代码门禁，才会真正影响未来行为。读取回执和规则哈希可以把“我看过了”变成可检查证据。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收束到核心观点：复杂项目不应依赖一次完美输出，而应依赖可观察、可干预、可学习的协作系统。只要证据持续增加，问题就在向前推进。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docs/AI_Agent项目协作教程_纯文稿_v1.md（内部文稿；基于本项目历史经验）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c87c1e25f42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1b8f9a6a1a4b17" /><Relationship Type="http://schemas.openxmlformats.org/officeDocument/2006/relationships/slideLayout" Target="/ppt/slideLayouts/slideLayout1.xml" Id="Rc8be6b03120349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be6b03120349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52ec64f464700" /><Relationship Type="http://schemas.openxmlformats.org/officeDocument/2006/relationships/notesSlide" Target="/ppt/notesSlides/notesSlide1.xml" Id="R385c2aacc7884b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8a42501da400c" /><Relationship Type="http://schemas.openxmlformats.org/officeDocument/2006/relationships/notesSlide" Target="/ppt/notesSlides/notesSlide2.xml" Id="Raedf6c7ba4534c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5ba6600684c23" /><Relationship Type="http://schemas.openxmlformats.org/officeDocument/2006/relationships/notesSlide" Target="/ppt/notesSlides/notesSlide3.xml" Id="R78a5f8f868584a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ccc5efbed4f95" /><Relationship Type="http://schemas.openxmlformats.org/officeDocument/2006/relationships/notesSlide" Target="/ppt/notesSlides/notesSlide4.xml" Id="R891b38517b904a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bb1dceb9a4a85" /><Relationship Type="http://schemas.openxmlformats.org/officeDocument/2006/relationships/notesSlide" Target="/ppt/notesSlides/notesSlide5.xml" Id="Rd1e30c5c8d904f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7f4bc9fdf4d83" /><Relationship Type="http://schemas.openxmlformats.org/officeDocument/2006/relationships/notesSlide" Target="/ppt/notesSlides/notesSlide6.xml" Id="Rc8c2c048351449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2b5e609bd4f85" /><Relationship Type="http://schemas.openxmlformats.org/officeDocument/2006/relationships/notesSlide" Target="/ppt/notesSlides/notesSlide7.xml" Id="R64672af5bdb846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ca80cd69c4ad3" /><Relationship Type="http://schemas.openxmlformats.org/officeDocument/2006/relationships/notesSlide" Target="/ppt/notesSlides/notesSlide8.xml" Id="R1266cbddedc342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3456b7f0a441f" /><Relationship Type="http://schemas.openxmlformats.org/officeDocument/2006/relationships/notesSlide" Target="/ppt/notesSlides/notesSlide9.xml" Id="Rb31e6e77caa742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5b051d33948cd" /><Relationship Type="http://schemas.openxmlformats.org/officeDocument/2006/relationships/notesSlide" Target="/ppt/notesSlides/notesSlide10.xml" Id="Rf87dc52c80ff45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cc2dad2a9479e" /><Relationship Type="http://schemas.openxmlformats.org/officeDocument/2006/relationships/notesSlide" Target="/ppt/notesSlides/notesSlide11.xml" Id="R7f7356ea7a1b47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8ca1ce15e4f94" /><Relationship Type="http://schemas.openxmlformats.org/officeDocument/2006/relationships/notesSlide" Target="/ppt/notesSlides/notesSlide12.xml" Id="R42cff0b3256647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147afc3e845f6" /><Relationship Type="http://schemas.openxmlformats.org/officeDocument/2006/relationships/notesSlide" Target="/ppt/notesSlides/notesSlide13.xml" Id="Rf2320763c62e41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6738e04324ba9" /><Relationship Type="http://schemas.openxmlformats.org/officeDocument/2006/relationships/notesSlide" Target="/ppt/notesSlides/notesSlide14.xml" Id="Rf87347cf576941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2e7d68ced4df3" /><Relationship Type="http://schemas.openxmlformats.org/officeDocument/2006/relationships/notesSlide" Target="/ppt/notesSlides/notesSlide15.xml" Id="R36428273d7884ec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fe4eb5b5a4549" /><Relationship Type="http://schemas.openxmlformats.org/officeDocument/2006/relationships/notesSlide" Target="/ppt/notesSlides/notesSlide16.xml" Id="R90a5fe8c982a484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863c104324745" /><Relationship Type="http://schemas.openxmlformats.org/officeDocument/2006/relationships/notesSlide" Target="/ppt/notesSlides/notesSlide17.xml" Id="R8fe6f0edad1f45a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38f848fd949ec" /><Relationship Type="http://schemas.openxmlformats.org/officeDocument/2006/relationships/notesSlide" Target="/ppt/notesSlides/notesSlide18.xml" Id="Rabc2b39a3d28469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4860780294f9c" /><Relationship Type="http://schemas.openxmlformats.org/officeDocument/2006/relationships/notesSlide" Target="/ppt/notesSlides/notesSlide19.xml" Id="Rc67d9503714b421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6bbaef02148e1" /><Relationship Type="http://schemas.openxmlformats.org/officeDocument/2006/relationships/notesSlide" Target="/ppt/notesSlides/notesSlide20.xml" Id="R3daba428d976450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df0b86d8a40f8" /><Relationship Type="http://schemas.openxmlformats.org/officeDocument/2006/relationships/notesSlide" Target="/ppt/notesSlides/notesSlide21.xml" Id="Rf26998ff8f3c4ca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aa0ee2cb748ae" /><Relationship Type="http://schemas.openxmlformats.org/officeDocument/2006/relationships/notesSlide" Target="/ppt/notesSlides/notesSlide22.xml" Id="R7b94b3072b18497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3971831a94d54" /><Relationship Type="http://schemas.openxmlformats.org/officeDocument/2006/relationships/notesSlide" Target="/ppt/notesSlides/notesSlide23.xml" Id="Ra596dfc2921040f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2b6fc9a5c4279" /><Relationship Type="http://schemas.openxmlformats.org/officeDocument/2006/relationships/notesSlide" Target="/ppt/notesSlides/notesSlide24.xml" Id="Re176dcc6ac974ff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9596531af42c3" /><Relationship Type="http://schemas.openxmlformats.org/officeDocument/2006/relationships/notesSlide" Target="/ppt/notesSlides/notesSlide25.xml" Id="Re2e41e03333f40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BACEC78-419B-45F6-BC05-91C8F238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65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让 Agent 成为
可靠的工程协作者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A3C718D-BEA9-4ED6-AB62-6868AD38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规则｜分工｜上下文｜证据｜人工干预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C062237-347C-41EF-9D26-7F58E2B6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项目历史经验教程</a:t>
            </a:r>
          </a:p>
        </p:txBody>
      </p:sp>
    </p:spTree>
    <p:extLst>
      <p:ext uri="{BB962C8B-B14F-4D97-AF65-F5344CB8AC3E}">
        <p14:creationId xmlns:p14="http://schemas.microsoft.com/office/powerpoint/2010/main" val="5168032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6006AAC-EBCD-4930-B3F6-FA435E75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65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5BC9D96-164A-45F7-B06B-5FE1E89B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Agent 不是“更长的提示词”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C51A9837-8687-42E6-9371-91222A07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普通会话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以问答为中心。
用户提出问题，模型返回答案；任务状态、工具结果和后续动作主要依赖人来维持。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468959F9-3918-4E3E-BB70-D8D2B503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Agent 工作方式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围绕目标持续行动。
能够读取文件、调用工具、修改内容、运行验证，并根据反馈进入下一轮。</a:t>
            </a:r>
          </a:p>
        </p:txBody>
      </p:sp>
    </p:spTree>
    <p:extLst>
      <p:ext uri="{BB962C8B-B14F-4D97-AF65-F5344CB8AC3E}">
        <p14:creationId xmlns:p14="http://schemas.microsoft.com/office/powerpoint/2010/main" val="160242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3">
            <a:extLst xmlns:a="http://schemas.openxmlformats.org/drawingml/2006/main">
              <a:ext uri="{FF2B5EF4-FFF2-40B4-BE49-F238E27FC236}">
                <a16:creationId xmlns:a16="http://schemas.microsoft.com/office/drawing/2014/main" id="{E3850855-B8F6-4617-85A3-B607FCB4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01 · 基本概念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A6386AA0-410D-4097-A471-282FE7AC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Agent 的基本执行闭环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FB5EB2DC-B844-49AE-B1AD-18A066FD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28F3A99D-9CC7-40B5-BA02-FB7DAE86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loop-arrow-0">
            <a:extLst xmlns:a="http://schemas.openxmlformats.org/drawingml/2006/main">
              <a:ext uri="{FF2B5EF4-FFF2-40B4-BE49-F238E27FC236}">
                <a16:creationId xmlns:a16="http://schemas.microsoft.com/office/drawing/2014/main" id="{301C375F-B117-4ABD-A7E8-FF5AB5CC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861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oop-arrow-1">
            <a:extLst xmlns:a="http://schemas.openxmlformats.org/drawingml/2006/main">
              <a:ext uri="{FF2B5EF4-FFF2-40B4-BE49-F238E27FC236}">
                <a16:creationId xmlns:a16="http://schemas.microsoft.com/office/drawing/2014/main" id="{E61D12B9-A0C6-4800-9575-2243BA53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861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oop-arrow-2">
            <a:extLst xmlns:a="http://schemas.openxmlformats.org/drawingml/2006/main">
              <a:ext uri="{FF2B5EF4-FFF2-40B4-BE49-F238E27FC236}">
                <a16:creationId xmlns:a16="http://schemas.microsoft.com/office/drawing/2014/main" id="{2F4BA75F-6A6F-45BC-8BEC-EAB0805E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861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oop-arrow-3">
            <a:extLst xmlns:a="http://schemas.openxmlformats.org/drawingml/2006/main">
              <a:ext uri="{FF2B5EF4-FFF2-40B4-BE49-F238E27FC236}">
                <a16:creationId xmlns:a16="http://schemas.microsoft.com/office/drawing/2014/main" id="{9C11817F-B978-41B7-B470-398CC328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861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oop-node-0-box">
            <a:extLst xmlns:a="http://schemas.openxmlformats.org/drawingml/2006/main">
              <a:ext uri="{FF2B5EF4-FFF2-40B4-BE49-F238E27FC236}">
                <a16:creationId xmlns:a16="http://schemas.microsoft.com/office/drawing/2014/main" id="{D0CEBFF7-B7D6-4AD0-8E43-D19094B7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6764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op-node-0-title">
            <a:extLst xmlns:a="http://schemas.openxmlformats.org/drawingml/2006/main">
              <a:ext uri="{FF2B5EF4-FFF2-40B4-BE49-F238E27FC236}">
                <a16:creationId xmlns:a16="http://schemas.microsoft.com/office/drawing/2014/main" id="{2B6ABAB6-2396-4DFA-A44A-0CFFE0EB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1" name="loop-node-0-body">
            <a:extLst xmlns:a="http://schemas.openxmlformats.org/drawingml/2006/main">
              <a:ext uri="{FF2B5EF4-FFF2-40B4-BE49-F238E27FC236}">
                <a16:creationId xmlns:a16="http://schemas.microsoft.com/office/drawing/2014/main" id="{67F34BA2-2CFD-4E55-96D4-38FC42EE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1314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明确要解决什么</a:t>
            </a:r>
          </a:p>
        </p:txBody>
      </p:sp>
      <p:sp>
        <p:nvSpPr>
          <p:cNvPr id="12" name="loop-node-1-box">
            <a:extLst xmlns:a="http://schemas.openxmlformats.org/drawingml/2006/main">
              <a:ext uri="{FF2B5EF4-FFF2-40B4-BE49-F238E27FC236}">
                <a16:creationId xmlns:a16="http://schemas.microsoft.com/office/drawing/2014/main" id="{2CEC0EBF-76A2-4AD7-B886-6063EFB9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16764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oop-node-1-title">
            <a:extLst xmlns:a="http://schemas.openxmlformats.org/drawingml/2006/main">
              <a:ext uri="{FF2B5EF4-FFF2-40B4-BE49-F238E27FC236}">
                <a16:creationId xmlns:a16="http://schemas.microsoft.com/office/drawing/2014/main" id="{D3F3B88B-596C-4274-B450-6A190037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527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计划</a:t>
            </a:r>
          </a:p>
        </p:txBody>
      </p:sp>
      <p:sp>
        <p:nvSpPr>
          <p:cNvPr id="14" name="loop-node-1-body">
            <a:extLst xmlns:a="http://schemas.openxmlformats.org/drawingml/2006/main">
              <a:ext uri="{FF2B5EF4-FFF2-40B4-BE49-F238E27FC236}">
                <a16:creationId xmlns:a16="http://schemas.microsoft.com/office/drawing/2014/main" id="{9F8F0DC3-8974-4902-93F4-7AB4CD67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09900"/>
            <a:ext cx="1314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拆解路径与假设</a:t>
            </a:r>
          </a:p>
        </p:txBody>
      </p:sp>
      <p:sp>
        <p:nvSpPr>
          <p:cNvPr id="15" name="loop-node-2-box">
            <a:extLst xmlns:a="http://schemas.openxmlformats.org/drawingml/2006/main">
              <a:ext uri="{FF2B5EF4-FFF2-40B4-BE49-F238E27FC236}">
                <a16:creationId xmlns:a16="http://schemas.microsoft.com/office/drawing/2014/main" id="{B042F3A7-20B9-4F91-B93C-669F0AAB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6764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oop-node-2-title">
            <a:extLst xmlns:a="http://schemas.openxmlformats.org/drawingml/2006/main">
              <a:ext uri="{FF2B5EF4-FFF2-40B4-BE49-F238E27FC236}">
                <a16:creationId xmlns:a16="http://schemas.microsoft.com/office/drawing/2014/main" id="{8AC80B1C-9916-4F26-B952-8F2CF3C4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527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17" name="loop-node-2-body">
            <a:extLst xmlns:a="http://schemas.openxmlformats.org/drawingml/2006/main">
              <a:ext uri="{FF2B5EF4-FFF2-40B4-BE49-F238E27FC236}">
                <a16:creationId xmlns:a16="http://schemas.microsoft.com/office/drawing/2014/main" id="{F87346C5-D9AD-44F2-BD8B-506E3AAA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9900"/>
            <a:ext cx="1314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读、改、运行</a:t>
            </a:r>
          </a:p>
        </p:txBody>
      </p:sp>
      <p:sp>
        <p:nvSpPr>
          <p:cNvPr id="18" name="loop-node-3-box">
            <a:extLst xmlns:a="http://schemas.openxmlformats.org/drawingml/2006/main">
              <a:ext uri="{FF2B5EF4-FFF2-40B4-BE49-F238E27FC236}">
                <a16:creationId xmlns:a16="http://schemas.microsoft.com/office/drawing/2014/main" id="{61D31C0A-2D44-4B5A-9779-FF278CAD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81250"/>
            <a:ext cx="16764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loop-node-3-title">
            <a:extLst xmlns:a="http://schemas.openxmlformats.org/drawingml/2006/main">
              <a:ext uri="{FF2B5EF4-FFF2-40B4-BE49-F238E27FC236}">
                <a16:creationId xmlns:a16="http://schemas.microsoft.com/office/drawing/2014/main" id="{2ABB75E1-5257-49E5-999B-35BEDE7D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527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20" name="loop-node-3-body">
            <a:extLst xmlns:a="http://schemas.openxmlformats.org/drawingml/2006/main">
              <a:ext uri="{FF2B5EF4-FFF2-40B4-BE49-F238E27FC236}">
                <a16:creationId xmlns:a16="http://schemas.microsoft.com/office/drawing/2014/main" id="{56512619-0249-46AD-BDEF-96B73B82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09900"/>
            <a:ext cx="1314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日志、测试、产物</a:t>
            </a:r>
          </a:p>
        </p:txBody>
      </p:sp>
      <p:sp>
        <p:nvSpPr>
          <p:cNvPr id="21" name="loop-node-4-box">
            <a:extLst xmlns:a="http://schemas.openxmlformats.org/drawingml/2006/main">
              <a:ext uri="{FF2B5EF4-FFF2-40B4-BE49-F238E27FC236}">
                <a16:creationId xmlns:a16="http://schemas.microsoft.com/office/drawing/2014/main" id="{748CE5DD-E1A7-465B-BF52-DEE1D300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6764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FF5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oop-node-4-title">
            <a:extLst xmlns:a="http://schemas.openxmlformats.org/drawingml/2006/main">
              <a:ext uri="{FF2B5EF4-FFF2-40B4-BE49-F238E27FC236}">
                <a16:creationId xmlns:a16="http://schemas.microsoft.com/office/drawing/2014/main" id="{1B4E21A7-8F16-47AC-AF9F-4E483C47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5270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下一轮</a:t>
            </a:r>
          </a:p>
        </p:txBody>
      </p:sp>
      <p:sp>
        <p:nvSpPr>
          <p:cNvPr id="23" name="loop-node-4-body">
            <a:extLst xmlns:a="http://schemas.openxmlformats.org/drawingml/2006/main">
              <a:ext uri="{FF2B5EF4-FFF2-40B4-BE49-F238E27FC236}">
                <a16:creationId xmlns:a16="http://schemas.microsoft.com/office/drawing/2014/main" id="{08625287-9622-43A4-ADB5-25DF34AE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09900"/>
            <a:ext cx="1314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更新判断与动作</a:t>
            </a:r>
          </a:p>
        </p:txBody>
      </p:sp>
      <p:sp>
        <p:nvSpPr>
          <p:cNvPr id="24" name="feedback-bar">
            <a:extLst xmlns:a="http://schemas.openxmlformats.org/drawingml/2006/main">
              <a:ext uri="{FF2B5EF4-FFF2-40B4-BE49-F238E27FC236}">
                <a16:creationId xmlns:a16="http://schemas.microsoft.com/office/drawing/2014/main" id="{6314FDBD-B9C2-4B90-8AD9-BAC8A89B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10100"/>
            <a:ext cx="6591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eedback-text">
            <a:extLst xmlns:a="http://schemas.openxmlformats.org/drawingml/2006/main">
              <a:ext uri="{FF2B5EF4-FFF2-40B4-BE49-F238E27FC236}">
                <a16:creationId xmlns:a16="http://schemas.microsoft.com/office/drawing/2014/main" id="{4D9B03AC-CEDC-4FAC-B91F-7D4205DF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724400"/>
            <a:ext cx="605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证据不是终点：它会反过来改变下一轮计划</a:t>
            </a:r>
          </a:p>
        </p:txBody>
      </p:sp>
    </p:spTree>
    <p:extLst>
      <p:ext uri="{BB962C8B-B14F-4D97-AF65-F5344CB8AC3E}">
        <p14:creationId xmlns:p14="http://schemas.microsoft.com/office/powerpoint/2010/main" val="7174567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4">
            <a:extLst xmlns:a="http://schemas.openxmlformats.org/drawingml/2006/main">
              <a:ext uri="{FF2B5EF4-FFF2-40B4-BE49-F238E27FC236}">
                <a16:creationId xmlns:a16="http://schemas.microsoft.com/office/drawing/2014/main" id="{0E7EAA5B-3CF5-4712-A26E-164D22F5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01 · 基本概念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AC6FDDC-F10C-4120-A148-8A11ABD9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相对普通会话，Agent 的优势在哪里？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DD249F5D-4120-440E-AD6C-D409CF54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3E0D6D98-4FB0-443C-9AC2-9A24CA4C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quote">
            <a:extLst xmlns:a="http://schemas.openxmlformats.org/drawingml/2006/main">
              <a:ext uri="{FF2B5EF4-FFF2-40B4-BE49-F238E27FC236}">
                <a16:creationId xmlns:a16="http://schemas.microsoft.com/office/drawing/2014/main" id="{A4FDEFC6-64E6-47F6-98DB-9A34AB7C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10363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从“给答案”走向“交付可验证的结果”</a:t>
            </a:r>
          </a:p>
        </p:txBody>
      </p:sp>
      <p:sp>
        <p:nvSpPr>
          <p:cNvPr id="6" name="divider-a">
            <a:extLst xmlns:a="http://schemas.openxmlformats.org/drawingml/2006/main">
              <a:ext uri="{FF2B5EF4-FFF2-40B4-BE49-F238E27FC236}">
                <a16:creationId xmlns:a16="http://schemas.microsoft.com/office/drawing/2014/main" id="{8D394209-4DFB-42BE-B58A-E9C8C6B7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190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ivider-b">
            <a:extLst xmlns:a="http://schemas.openxmlformats.org/drawingml/2006/main">
              <a:ext uri="{FF2B5EF4-FFF2-40B4-BE49-F238E27FC236}">
                <a16:creationId xmlns:a16="http://schemas.microsoft.com/office/drawing/2014/main" id="{7B11B7E4-DF1F-4C9F-BC6E-4B807C26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190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dv-title-0">
            <a:extLst xmlns:a="http://schemas.openxmlformats.org/drawingml/2006/main">
              <a:ext uri="{FF2B5EF4-FFF2-40B4-BE49-F238E27FC236}">
                <a16:creationId xmlns:a16="http://schemas.microsoft.com/office/drawing/2014/main" id="{25442EBE-4EAC-4244-AF30-9796B1ED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9" name="adv-body-0">
            <a:extLst xmlns:a="http://schemas.openxmlformats.org/drawingml/2006/main">
              <a:ext uri="{FF2B5EF4-FFF2-40B4-BE49-F238E27FC236}">
                <a16:creationId xmlns:a16="http://schemas.microsoft.com/office/drawing/2014/main" id="{9D6CBC67-29CB-4937-B074-FF379558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3162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直接读取仓库、修改文件、调用工具，把意图变成动作。</a:t>
            </a:r>
          </a:p>
        </p:txBody>
      </p:sp>
      <p:sp>
        <p:nvSpPr>
          <p:cNvPr id="10" name="adv-title-1">
            <a:extLst xmlns:a="http://schemas.openxmlformats.org/drawingml/2006/main">
              <a:ext uri="{FF2B5EF4-FFF2-40B4-BE49-F238E27FC236}">
                <a16:creationId xmlns:a16="http://schemas.microsoft.com/office/drawing/2014/main" id="{42B24B73-862F-42C6-8093-56A3525B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337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11" name="adv-body-1">
            <a:extLst xmlns:a="http://schemas.openxmlformats.org/drawingml/2006/main">
              <a:ext uri="{FF2B5EF4-FFF2-40B4-BE49-F238E27FC236}">
                <a16:creationId xmlns:a16="http://schemas.microsoft.com/office/drawing/2014/main" id="{7913C739-4040-470D-B87C-4895A45B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00500"/>
            <a:ext cx="3162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运行测试、查看日志、检查产物，让结论有证据支撑。</a:t>
            </a:r>
          </a:p>
        </p:txBody>
      </p:sp>
      <p:sp>
        <p:nvSpPr>
          <p:cNvPr id="12" name="adv-title-2">
            <a:extLst xmlns:a="http://schemas.openxmlformats.org/drawingml/2006/main">
              <a:ext uri="{FF2B5EF4-FFF2-40B4-BE49-F238E27FC236}">
                <a16:creationId xmlns:a16="http://schemas.microsoft.com/office/drawing/2014/main" id="{7CA5C7EF-BC7D-479F-8249-AC9B56A8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337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13" name="adv-body-2">
            <a:extLst xmlns:a="http://schemas.openxmlformats.org/drawingml/2006/main">
              <a:ext uri="{FF2B5EF4-FFF2-40B4-BE49-F238E27FC236}">
                <a16:creationId xmlns:a16="http://schemas.microsoft.com/office/drawing/2014/main" id="{41F2503E-1CA4-4D60-B1D4-F3BEAFEE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00500"/>
            <a:ext cx="3162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拆分任务、并行推进、汇报阻塞，形成持续工作流。</a:t>
            </a:r>
          </a:p>
        </p:txBody>
      </p:sp>
    </p:spTree>
    <p:extLst>
      <p:ext uri="{BB962C8B-B14F-4D97-AF65-F5344CB8AC3E}">
        <p14:creationId xmlns:p14="http://schemas.microsoft.com/office/powerpoint/2010/main" val="4037364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95B3A27-7163-41B9-A8E6-8781DF88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65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D3C5B8B-456A-49BA-B5B5-B9BB564D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Agent 的能力仍有无法绕开的边界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46CA251A-CD85-4B7D-93F2-C2BE0408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上下文有限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单个任务能承载的信息有限；项目越复杂，越容易达到窗口上限。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70089AE-32B8-41C4-B951-C0EB511C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压缩会丢细节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压缩多次后，早期口头约束、失败原因与目标背景可能逐渐模糊。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659C377-0341-4018-AECF-1BFE5200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输出存在随机性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同样输入可能得到不同质量的方案；“偶尔成功”不等于稳定交付。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4C6175A-CC22-4F1C-BB6A-025A46CB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长链任务脆弱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复杂任务任一环节出错都可能导致整体失败，反复尝试也未必自动纠正。</a:t>
            </a:r>
          </a:p>
        </p:txBody>
      </p:sp>
    </p:spTree>
    <p:extLst>
      <p:ext uri="{BB962C8B-B14F-4D97-AF65-F5344CB8AC3E}">
        <p14:creationId xmlns:p14="http://schemas.microsoft.com/office/powerpoint/2010/main" val="17972440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6">
            <a:extLst xmlns:a="http://schemas.openxmlformats.org/drawingml/2006/main">
              <a:ext uri="{FF2B5EF4-FFF2-40B4-BE49-F238E27FC236}">
                <a16:creationId xmlns:a16="http://schemas.microsoft.com/office/drawing/2014/main" id="{6A93F7BB-B1B1-439C-AFF2-23E6B2EC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01 · 基本概念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C6AEEA76-393F-451C-8BC7-E723F038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先接受一个工程前提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2C1F56D7-D027-4F12-B23E-4C6647CF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7FEC5083-E4AD-49F3-BCF2-3C086C2A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quote">
            <a:extLst xmlns:a="http://schemas.openxmlformats.org/drawingml/2006/main">
              <a:ext uri="{FF2B5EF4-FFF2-40B4-BE49-F238E27FC236}">
                <a16:creationId xmlns:a16="http://schemas.microsoft.com/office/drawing/2014/main" id="{B5496C87-3C62-402A-B8D9-B1BF9279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不要把项目成功押在 Agent 的“记得”和“自觉”上</a:t>
            </a:r>
          </a:p>
        </p:txBody>
      </p:sp>
      <p:sp>
        <p:nvSpPr>
          <p:cNvPr id="6" name="quote-sub">
            <a:extLst xmlns:a="http://schemas.openxmlformats.org/drawingml/2006/main">
              <a:ext uri="{FF2B5EF4-FFF2-40B4-BE49-F238E27FC236}">
                <a16:creationId xmlns:a16="http://schemas.microsoft.com/office/drawing/2014/main" id="{34A0AB04-552F-4A60-9C6A-E73DF61B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4795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把记忆、边界、验证与纠错能力放到对话之外。</a:t>
            </a:r>
          </a:p>
        </p:txBody>
      </p:sp>
      <p:sp>
        <p:nvSpPr>
          <p:cNvPr id="7" name="premise-0-box">
            <a:extLst xmlns:a="http://schemas.openxmlformats.org/drawingml/2006/main">
              <a:ext uri="{FF2B5EF4-FFF2-40B4-BE49-F238E27FC236}">
                <a16:creationId xmlns:a16="http://schemas.microsoft.com/office/drawing/2014/main" id="{257504F5-E293-4DEB-8ACE-5C971905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32004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emise-0-title">
            <a:extLst xmlns:a="http://schemas.openxmlformats.org/drawingml/2006/main">
              <a:ext uri="{FF2B5EF4-FFF2-40B4-BE49-F238E27FC236}">
                <a16:creationId xmlns:a16="http://schemas.microsoft.com/office/drawing/2014/main" id="{6EBFD91E-7826-4063-9E85-99AF9F53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不依赖记忆</a:t>
            </a:r>
          </a:p>
        </p:txBody>
      </p:sp>
      <p:sp>
        <p:nvSpPr>
          <p:cNvPr id="9" name="premise-0-body">
            <a:extLst xmlns:a="http://schemas.openxmlformats.org/drawingml/2006/main">
              <a:ext uri="{FF2B5EF4-FFF2-40B4-BE49-F238E27FC236}">
                <a16:creationId xmlns:a16="http://schemas.microsoft.com/office/drawing/2014/main" id="{03CD8A20-6C14-468E-A27C-A4F655F9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283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重要信息写入仓库</a:t>
            </a:r>
          </a:p>
        </p:txBody>
      </p:sp>
      <p:sp>
        <p:nvSpPr>
          <p:cNvPr id="10" name="premise-1-box">
            <a:extLst xmlns:a="http://schemas.openxmlformats.org/drawingml/2006/main">
              <a:ext uri="{FF2B5EF4-FFF2-40B4-BE49-F238E27FC236}">
                <a16:creationId xmlns:a16="http://schemas.microsoft.com/office/drawing/2014/main" id="{D622BC46-207F-4EC5-BE7F-92D0F191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00500"/>
            <a:ext cx="32004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FF5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emise-1-title">
            <a:extLst xmlns:a="http://schemas.openxmlformats.org/drawingml/2006/main">
              <a:ext uri="{FF2B5EF4-FFF2-40B4-BE49-F238E27FC236}">
                <a16:creationId xmlns:a16="http://schemas.microsoft.com/office/drawing/2014/main" id="{C29A4CE2-A877-4B1E-89F3-EF49ABAB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719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不依赖自觉</a:t>
            </a:r>
          </a:p>
        </p:txBody>
      </p:sp>
      <p:sp>
        <p:nvSpPr>
          <p:cNvPr id="12" name="premise-1-body">
            <a:extLst xmlns:a="http://schemas.openxmlformats.org/drawingml/2006/main">
              <a:ext uri="{FF2B5EF4-FFF2-40B4-BE49-F238E27FC236}">
                <a16:creationId xmlns:a16="http://schemas.microsoft.com/office/drawing/2014/main" id="{A79688D1-8208-4D7C-9A89-672137E2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29150"/>
            <a:ext cx="283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关键步骤设硬门禁</a:t>
            </a:r>
          </a:p>
        </p:txBody>
      </p:sp>
      <p:sp>
        <p:nvSpPr>
          <p:cNvPr id="13" name="premise-2-box">
            <a:extLst xmlns:a="http://schemas.openxmlformats.org/drawingml/2006/main">
              <a:ext uri="{FF2B5EF4-FFF2-40B4-BE49-F238E27FC236}">
                <a16:creationId xmlns:a16="http://schemas.microsoft.com/office/drawing/2014/main" id="{2EB2E82B-83BF-4D84-B3BD-430D4C67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32004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emise-2-title">
            <a:extLst xmlns:a="http://schemas.openxmlformats.org/drawingml/2006/main">
              <a:ext uri="{FF2B5EF4-FFF2-40B4-BE49-F238E27FC236}">
                <a16:creationId xmlns:a16="http://schemas.microsoft.com/office/drawing/2014/main" id="{2A395052-D8FE-48E8-8F52-4D86BDA4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719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不依赖一次成功</a:t>
            </a:r>
          </a:p>
        </p:txBody>
      </p:sp>
      <p:sp>
        <p:nvSpPr>
          <p:cNvPr id="15" name="premise-2-body">
            <a:extLst xmlns:a="http://schemas.openxmlformats.org/drawingml/2006/main">
              <a:ext uri="{FF2B5EF4-FFF2-40B4-BE49-F238E27FC236}">
                <a16:creationId xmlns:a16="http://schemas.microsoft.com/office/drawing/2014/main" id="{A855B42A-8B5E-4519-B607-79500E51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29150"/>
            <a:ext cx="283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保留证据并持续迭代</a:t>
            </a:r>
          </a:p>
        </p:txBody>
      </p:sp>
    </p:spTree>
    <p:extLst>
      <p:ext uri="{BB962C8B-B14F-4D97-AF65-F5344CB8AC3E}">
        <p14:creationId xmlns:p14="http://schemas.microsoft.com/office/powerpoint/2010/main" val="1172861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502E7FC9-5C4C-4AE4-BB05-6F1D5BB1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65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5E31B6A8-CFDF-4DAF-B5C3-1CCB3F45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接手项目：先画地图，再动手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ABC7B02-5596-4BF3-BF96-910B7A8A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最终目标是什么？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不仅描述要“做什么”，还要明确什么证据才算完成。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1999A6A-6860-4129-8A59-9EC97237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模块如何分工？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识别入口、依赖、数据流、生成链与验证链。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E483D77-13A6-4D20-8816-7B6C3137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当前完成到哪里？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区分已完成、进行中、缺失、冻结和仅有草案。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792DEA1-2953-4F16-8613-10AF26FA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风险藏在哪里？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记录高成本资源、环境差异、历史失败和不可逆操作。</a:t>
            </a:r>
          </a:p>
        </p:txBody>
      </p:sp>
    </p:spTree>
    <p:extLst>
      <p:ext uri="{BB962C8B-B14F-4D97-AF65-F5344CB8AC3E}">
        <p14:creationId xmlns:p14="http://schemas.microsoft.com/office/powerpoint/2010/main" val="15293341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8">
            <a:extLst xmlns:a="http://schemas.openxmlformats.org/drawingml/2006/main">
              <a:ext uri="{FF2B5EF4-FFF2-40B4-BE49-F238E27FC236}">
                <a16:creationId xmlns:a16="http://schemas.microsoft.com/office/drawing/2014/main" id="{0EBE6521-6C56-4F0A-A0C1-B3ADE0A5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02 · 从零接手项目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CBE4F15F-FB33-4C3D-9C38-33977804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项目地图应该输出什么？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0978E4EC-246F-485E-B8EE-7CF8AF30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6B4C3317-5662-4C18-AA79-EC2984D9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map-arrow-0">
            <a:extLst xmlns:a="http://schemas.openxmlformats.org/drawingml/2006/main">
              <a:ext uri="{FF2B5EF4-FFF2-40B4-BE49-F238E27FC236}">
                <a16:creationId xmlns:a16="http://schemas.microsoft.com/office/drawing/2014/main" id="{0FDB145D-E8E4-4BF3-91A5-DD4B4947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57450"/>
            <a:ext cx="609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p-arrow-1">
            <a:extLst xmlns:a="http://schemas.openxmlformats.org/drawingml/2006/main">
              <a:ext uri="{FF2B5EF4-FFF2-40B4-BE49-F238E27FC236}">
                <a16:creationId xmlns:a16="http://schemas.microsoft.com/office/drawing/2014/main" id="{6108BFE4-AD0E-4536-8FF8-452BDF96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95650"/>
            <a:ext cx="609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ap-arrow-2">
            <a:extLst xmlns:a="http://schemas.openxmlformats.org/drawingml/2006/main">
              <a:ext uri="{FF2B5EF4-FFF2-40B4-BE49-F238E27FC236}">
                <a16:creationId xmlns:a16="http://schemas.microsoft.com/office/drawing/2014/main" id="{801CF685-4C82-4436-AF4F-B8C7A5B7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33850"/>
            <a:ext cx="609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ap-arrow-3">
            <a:extLst xmlns:a="http://schemas.openxmlformats.org/drawingml/2006/main">
              <a:ext uri="{FF2B5EF4-FFF2-40B4-BE49-F238E27FC236}">
                <a16:creationId xmlns:a16="http://schemas.microsoft.com/office/drawing/2014/main" id="{81A0CE64-824F-43AD-A739-CEC1AAF3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72050"/>
            <a:ext cx="609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ap-core-box">
            <a:extLst xmlns:a="http://schemas.openxmlformats.org/drawingml/2006/main">
              <a:ext uri="{FF2B5EF4-FFF2-40B4-BE49-F238E27FC236}">
                <a16:creationId xmlns:a16="http://schemas.microsoft.com/office/drawing/2014/main" id="{ADC5DABC-4C2E-4024-8090-CB840237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352425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p-core-title">
            <a:extLst xmlns:a="http://schemas.openxmlformats.org/drawingml/2006/main">
              <a:ext uri="{FF2B5EF4-FFF2-40B4-BE49-F238E27FC236}">
                <a16:creationId xmlns:a16="http://schemas.microsoft.com/office/drawing/2014/main" id="{B14FB721-C3D7-4FC6-B43D-DFB65F11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项目地图</a:t>
            </a:r>
          </a:p>
        </p:txBody>
      </p:sp>
      <p:sp>
        <p:nvSpPr>
          <p:cNvPr id="11" name="map-core-body">
            <a:extLst xmlns:a="http://schemas.openxmlformats.org/drawingml/2006/main">
              <a:ext uri="{FF2B5EF4-FFF2-40B4-BE49-F238E27FC236}">
                <a16:creationId xmlns:a16="http://schemas.microsoft.com/office/drawing/2014/main" id="{27E77D2D-006E-493B-82D6-BC2B06BD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31623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D8DC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D8DCE2"/>
                </a:solidFill>
                <a:latin typeface="Microsoft YaHei"/>
                <a:ea typeface="Microsoft YaHei"/>
                <a:cs typeface="Microsoft YaHei"/>
              </a:rPr>
              <a:t>先建立共同认知</a:t>
            </a:r>
          </a:p>
          <a:p xmlns:a="http://schemas.openxmlformats.org/drawingml/2006/main">
            <a:pPr algn="ctr">
              <a:defRPr sz="1725" b="0" i="0">
                <a:solidFill>
                  <a:srgbClr val="D8DC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D8DCE2"/>
                </a:solidFill>
                <a:latin typeface="Microsoft YaHei"/>
                <a:ea typeface="Microsoft YaHei"/>
                <a:cs typeface="Microsoft YaHei"/>
              </a:rPr>
              <a:t>再决定修改路径</a:t>
            </a:r>
          </a:p>
        </p:txBody>
      </p:sp>
      <p:sp>
        <p:nvSpPr>
          <p:cNvPr id="12" name="map-item-0-box">
            <a:extLst xmlns:a="http://schemas.openxmlformats.org/drawingml/2006/main">
              <a:ext uri="{FF2B5EF4-FFF2-40B4-BE49-F238E27FC236}">
                <a16:creationId xmlns:a16="http://schemas.microsoft.com/office/drawing/2014/main" id="{9B8AB584-D0BB-476C-AC43-7B7A59D6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33575"/>
            <a:ext cx="6229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FF5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ap-item-0-accent">
            <a:extLst xmlns:a="http://schemas.openxmlformats.org/drawingml/2006/main">
              <a:ext uri="{FF2B5EF4-FFF2-40B4-BE49-F238E27FC236}">
                <a16:creationId xmlns:a16="http://schemas.microsoft.com/office/drawing/2014/main" id="{51BD2D3A-3199-4CDE-A36B-4D9E6C1F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335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p-item-0-title">
            <a:extLst xmlns:a="http://schemas.openxmlformats.org/drawingml/2006/main">
              <a:ext uri="{FF2B5EF4-FFF2-40B4-BE49-F238E27FC236}">
                <a16:creationId xmlns:a16="http://schemas.microsoft.com/office/drawing/2014/main" id="{4AD10154-405B-409F-9018-C637FB17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28825"/>
            <a:ext cx="582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核心目标</a:t>
            </a:r>
          </a:p>
        </p:txBody>
      </p:sp>
      <p:sp>
        <p:nvSpPr>
          <p:cNvPr id="15" name="map-item-0-body">
            <a:extLst xmlns:a="http://schemas.openxmlformats.org/drawingml/2006/main">
              <a:ext uri="{FF2B5EF4-FFF2-40B4-BE49-F238E27FC236}">
                <a16:creationId xmlns:a16="http://schemas.microsoft.com/office/drawing/2014/main" id="{150395DD-7953-44D0-B3CF-4C6FFC4E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5829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完成定义与验收证据</a:t>
            </a:r>
          </a:p>
        </p:txBody>
      </p:sp>
      <p:sp>
        <p:nvSpPr>
          <p:cNvPr id="16" name="map-item-1-box">
            <a:extLst xmlns:a="http://schemas.openxmlformats.org/drawingml/2006/main">
              <a:ext uri="{FF2B5EF4-FFF2-40B4-BE49-F238E27FC236}">
                <a16:creationId xmlns:a16="http://schemas.microsoft.com/office/drawing/2014/main" id="{445D2BE8-EE66-4399-842D-ED681C1E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28925"/>
            <a:ext cx="6229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ap-item-1-title">
            <a:extLst xmlns:a="http://schemas.openxmlformats.org/drawingml/2006/main">
              <a:ext uri="{FF2B5EF4-FFF2-40B4-BE49-F238E27FC236}">
                <a16:creationId xmlns:a16="http://schemas.microsoft.com/office/drawing/2014/main" id="{A2BDFC11-0936-42B5-9C1D-A64FAA14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24175"/>
            <a:ext cx="586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模块与地址</a:t>
            </a:r>
          </a:p>
        </p:txBody>
      </p:sp>
      <p:sp>
        <p:nvSpPr>
          <p:cNvPr id="18" name="map-item-1-body">
            <a:extLst xmlns:a="http://schemas.openxmlformats.org/drawingml/2006/main">
              <a:ext uri="{FF2B5EF4-FFF2-40B4-BE49-F238E27FC236}">
                <a16:creationId xmlns:a16="http://schemas.microsoft.com/office/drawing/2014/main" id="{49037041-3370-463B-B170-D32F60C5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00400"/>
            <a:ext cx="5867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每部分做什么、在哪里</a:t>
            </a:r>
          </a:p>
        </p:txBody>
      </p:sp>
      <p:sp>
        <p:nvSpPr>
          <p:cNvPr id="19" name="map-item-2-box">
            <a:extLst xmlns:a="http://schemas.openxmlformats.org/drawingml/2006/main">
              <a:ext uri="{FF2B5EF4-FFF2-40B4-BE49-F238E27FC236}">
                <a16:creationId xmlns:a16="http://schemas.microsoft.com/office/drawing/2014/main" id="{D61FB03D-0F12-480C-95D8-7720A878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24275"/>
            <a:ext cx="6229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ap-item-2-title">
            <a:extLst xmlns:a="http://schemas.openxmlformats.org/drawingml/2006/main">
              <a:ext uri="{FF2B5EF4-FFF2-40B4-BE49-F238E27FC236}">
                <a16:creationId xmlns:a16="http://schemas.microsoft.com/office/drawing/2014/main" id="{E4333DDB-CD6E-4863-8A2A-08C03133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19525"/>
            <a:ext cx="586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状态与缺口</a:t>
            </a:r>
          </a:p>
        </p:txBody>
      </p:sp>
      <p:sp>
        <p:nvSpPr>
          <p:cNvPr id="21" name="map-item-2-body">
            <a:extLst xmlns:a="http://schemas.openxmlformats.org/drawingml/2006/main">
              <a:ext uri="{FF2B5EF4-FFF2-40B4-BE49-F238E27FC236}">
                <a16:creationId xmlns:a16="http://schemas.microsoft.com/office/drawing/2014/main" id="{EE25EF85-16B5-4708-9526-7768A1D1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95750"/>
            <a:ext cx="5867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完成 / 进行中 / 缺失 / 冻结</a:t>
            </a:r>
          </a:p>
        </p:txBody>
      </p:sp>
      <p:sp>
        <p:nvSpPr>
          <p:cNvPr id="22" name="map-item-3-box">
            <a:extLst xmlns:a="http://schemas.openxmlformats.org/drawingml/2006/main">
              <a:ext uri="{FF2B5EF4-FFF2-40B4-BE49-F238E27FC236}">
                <a16:creationId xmlns:a16="http://schemas.microsoft.com/office/drawing/2014/main" id="{48E485F2-80CD-4500-B741-BE24BF6A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19625"/>
            <a:ext cx="6229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ap-item-3-title">
            <a:extLst xmlns:a="http://schemas.openxmlformats.org/drawingml/2006/main">
              <a:ext uri="{FF2B5EF4-FFF2-40B4-BE49-F238E27FC236}">
                <a16:creationId xmlns:a16="http://schemas.microsoft.com/office/drawing/2014/main" id="{6FC21248-20A5-4A5F-AADF-57A9B319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14875"/>
            <a:ext cx="586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风险与资源</a:t>
            </a:r>
          </a:p>
        </p:txBody>
      </p:sp>
      <p:sp>
        <p:nvSpPr>
          <p:cNvPr id="24" name="map-item-3-body">
            <a:extLst xmlns:a="http://schemas.openxmlformats.org/drawingml/2006/main">
              <a:ext uri="{FF2B5EF4-FFF2-40B4-BE49-F238E27FC236}">
                <a16:creationId xmlns:a16="http://schemas.microsoft.com/office/drawing/2014/main" id="{B46E014F-EB65-4FFA-B44C-70B62509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91100"/>
            <a:ext cx="5867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历史失败、环境、独占资源</a:t>
            </a:r>
          </a:p>
        </p:txBody>
      </p:sp>
    </p:spTree>
    <p:extLst>
      <p:ext uri="{BB962C8B-B14F-4D97-AF65-F5344CB8AC3E}">
        <p14:creationId xmlns:p14="http://schemas.microsoft.com/office/powerpoint/2010/main" val="21215734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9">
            <a:extLst xmlns:a="http://schemas.openxmlformats.org/drawingml/2006/main">
              <a:ext uri="{FF2B5EF4-FFF2-40B4-BE49-F238E27FC236}">
                <a16:creationId xmlns:a16="http://schemas.microsoft.com/office/drawing/2014/main" id="{190333D3-A96A-401B-B6A8-4411F2E9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02 · 从零接手项目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0057C22D-8EC9-4093-BD9C-614241EB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核心目标必须落成一条证据链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35148177-E843-4149-A739-9FD8BDEA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AADEE4A5-60E6-4A00-8D5B-3488F705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evidence-arrow-1">
            <a:extLst xmlns:a="http://schemas.openxmlformats.org/drawingml/2006/main">
              <a:ext uri="{FF2B5EF4-FFF2-40B4-BE49-F238E27FC236}">
                <a16:creationId xmlns:a16="http://schemas.microsoft.com/office/drawing/2014/main" id="{C3FF9767-1E8D-4F8C-853E-9DF6FA97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9900"/>
            <a:ext cx="533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vidence-arrow-2">
            <a:extLst xmlns:a="http://schemas.openxmlformats.org/drawingml/2006/main">
              <a:ext uri="{FF2B5EF4-FFF2-40B4-BE49-F238E27FC236}">
                <a16:creationId xmlns:a16="http://schemas.microsoft.com/office/drawing/2014/main" id="{47B64711-CEAD-4CA9-99CC-DF36A0FF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09900"/>
            <a:ext cx="5334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vidence-a-box">
            <a:extLst xmlns:a="http://schemas.openxmlformats.org/drawingml/2006/main">
              <a:ext uri="{FF2B5EF4-FFF2-40B4-BE49-F238E27FC236}">
                <a16:creationId xmlns:a16="http://schemas.microsoft.com/office/drawing/2014/main" id="{1A6C1D90-7D75-4C2F-9DF4-B766F14C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31432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a-title">
            <a:extLst xmlns:a="http://schemas.openxmlformats.org/drawingml/2006/main">
              <a:ext uri="{FF2B5EF4-FFF2-40B4-BE49-F238E27FC236}">
                <a16:creationId xmlns:a16="http://schemas.microsoft.com/office/drawing/2014/main" id="{70C08240-97F4-401F-A04D-C27ABB56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软件计算正确</a:t>
            </a:r>
          </a:p>
        </p:txBody>
      </p:sp>
      <p:sp>
        <p:nvSpPr>
          <p:cNvPr id="9" name="evidence-a-body">
            <a:extLst xmlns:a="http://schemas.openxmlformats.org/drawingml/2006/main">
              <a:ext uri="{FF2B5EF4-FFF2-40B4-BE49-F238E27FC236}">
                <a16:creationId xmlns:a16="http://schemas.microsoft.com/office/drawing/2014/main" id="{C372CAE9-041B-460B-898E-E9A4ECC3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781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公式、量化与边界行为一致</a:t>
            </a:r>
          </a:p>
        </p:txBody>
      </p:sp>
      <p:sp>
        <p:nvSpPr>
          <p:cNvPr id="10" name="evidence-b-box">
            <a:extLst xmlns:a="http://schemas.openxmlformats.org/drawingml/2006/main">
              <a:ext uri="{FF2B5EF4-FFF2-40B4-BE49-F238E27FC236}">
                <a16:creationId xmlns:a16="http://schemas.microsoft.com/office/drawing/2014/main" id="{9F1E84C0-F82E-433A-ACE9-69351CB2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24100"/>
            <a:ext cx="35052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DFF5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vidence-b-title">
            <a:extLst xmlns:a="http://schemas.openxmlformats.org/drawingml/2006/main">
              <a:ext uri="{FF2B5EF4-FFF2-40B4-BE49-F238E27FC236}">
                <a16:creationId xmlns:a16="http://schemas.microsoft.com/office/drawing/2014/main" id="{33E57EEB-7024-4172-81E5-ADCC7B85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配置被正确消费</a:t>
            </a:r>
          </a:p>
        </p:txBody>
      </p:sp>
      <p:sp>
        <p:nvSpPr>
          <p:cNvPr id="12" name="evidence-b-body">
            <a:extLst xmlns:a="http://schemas.openxmlformats.org/drawingml/2006/main">
              <a:ext uri="{FF2B5EF4-FFF2-40B4-BE49-F238E27FC236}">
                <a16:creationId xmlns:a16="http://schemas.microsoft.com/office/drawing/2014/main" id="{095D5DC6-6EC5-4725-84CD-7CFA33E8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JSON、映射、编码与执行语义一致</a:t>
            </a:r>
          </a:p>
        </p:txBody>
      </p:sp>
      <p:sp>
        <p:nvSpPr>
          <p:cNvPr id="13" name="evidence-c-box">
            <a:extLst xmlns:a="http://schemas.openxmlformats.org/drawingml/2006/main">
              <a:ext uri="{FF2B5EF4-FFF2-40B4-BE49-F238E27FC236}">
                <a16:creationId xmlns:a16="http://schemas.microsoft.com/office/drawing/2014/main" id="{D769EC6F-DDFC-449B-A388-5F85925E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31432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vidence-c-title">
            <a:extLst xmlns:a="http://schemas.openxmlformats.org/drawingml/2006/main">
              <a:ext uri="{FF2B5EF4-FFF2-40B4-BE49-F238E27FC236}">
                <a16:creationId xmlns:a16="http://schemas.microsoft.com/office/drawing/2014/main" id="{9B7E0776-EB8D-49FB-B4D4-F50044F1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955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真实 RTL 通过</a:t>
            </a:r>
          </a:p>
        </p:txBody>
      </p:sp>
      <p:sp>
        <p:nvSpPr>
          <p:cNvPr id="15" name="evidence-c-body">
            <a:extLst xmlns:a="http://schemas.openxmlformats.org/drawingml/2006/main">
              <a:ext uri="{FF2B5EF4-FFF2-40B4-BE49-F238E27FC236}">
                <a16:creationId xmlns:a16="http://schemas.microsoft.com/office/drawing/2014/main" id="{D8FBC532-CB12-4E1A-BCED-84C2989E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2781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运行、回读与参考结果闭环</a:t>
            </a:r>
          </a:p>
        </p:txBody>
      </p:sp>
      <p:sp>
        <p:nvSpPr>
          <p:cNvPr id="16" name="evidence-warning">
            <a:extLst xmlns:a="http://schemas.openxmlformats.org/drawingml/2006/main">
              <a:ext uri="{FF2B5EF4-FFF2-40B4-BE49-F238E27FC236}">
                <a16:creationId xmlns:a16="http://schemas.microsoft.com/office/drawing/2014/main" id="{6202254F-430A-440A-B09A-A1C4DFC1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86300"/>
            <a:ext cx="7810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idence-warning-text">
            <a:extLst xmlns:a="http://schemas.openxmlformats.org/drawingml/2006/main">
              <a:ext uri="{FF2B5EF4-FFF2-40B4-BE49-F238E27FC236}">
                <a16:creationId xmlns:a16="http://schemas.microsoft.com/office/drawing/2014/main" id="{2CA56612-8D17-42DA-9C23-78089763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9650"/>
            <a:ext cx="739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中间产物生成成功 ≠ 项目目标完成</a:t>
            </a:r>
          </a:p>
        </p:txBody>
      </p:sp>
    </p:spTree>
    <p:extLst>
      <p:ext uri="{BB962C8B-B14F-4D97-AF65-F5344CB8AC3E}">
        <p14:creationId xmlns:p14="http://schemas.microsoft.com/office/powerpoint/2010/main" val="13087838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10">
            <a:extLst xmlns:a="http://schemas.openxmlformats.org/drawingml/2006/main">
              <a:ext uri="{FF2B5EF4-FFF2-40B4-BE49-F238E27FC236}">
                <a16:creationId xmlns:a16="http://schemas.microsoft.com/office/drawing/2014/main" id="{7685691E-55F4-419A-9FCA-668877AC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03 · 规则文件架构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AE046ECF-8C7B-4D1D-B20E-EC780CA7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规则文件体系：把项目记忆写进仓库</a:t>
            </a:r>
          </a:p>
        </p:txBody>
      </p:sp>
      <p:sp>
        <p:nvSpPr>
          <p:cNvPr id="3" name="rule-10">
            <a:extLst xmlns:a="http://schemas.openxmlformats.org/drawingml/2006/main">
              <a:ext uri="{FF2B5EF4-FFF2-40B4-BE49-F238E27FC236}">
                <a16:creationId xmlns:a16="http://schemas.microsoft.com/office/drawing/2014/main" id="{D7C06136-6097-4893-9F08-15282B22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0">
            <a:extLst xmlns:a="http://schemas.openxmlformats.org/drawingml/2006/main">
              <a:ext uri="{FF2B5EF4-FFF2-40B4-BE49-F238E27FC236}">
                <a16:creationId xmlns:a16="http://schemas.microsoft.com/office/drawing/2014/main" id="{0106276C-2AB7-418C-BCE1-8BD53ECB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cxnSp>
        <p:nvCxnSpPr>
          <p:cNvPr id="30" name="tree-trunk"/>
          <p:cNvCxnSpPr/>
          <p:nvPr/>
        </p:nvCxnSpPr>
        <p:spPr>
          <a:xfrm xmlns:a="http://schemas.openxmlformats.org/drawingml/2006/main">
            <a:off x="6096000" y="2476500"/>
            <a:ext cx="286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8CDD4"/>
            </a:solidFill>
            <a:prstDash val="solid"/>
          </a:ln>
        </p:spPr>
      </p:cxnSp>
      <p:cxnSp>
        <p:nvCxnSpPr>
          <p:cNvPr id="31" name="tree-branch"/>
          <p:cNvCxnSpPr/>
          <p:nvPr/>
        </p:nvCxnSpPr>
        <p:spPr>
          <a:xfrm xmlns:a="http://schemas.openxmlformats.org/drawingml/2006/main">
            <a:off x="2095500" y="3257550"/>
            <a:ext cx="8001000" cy="286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8CDD4"/>
            </a:solidFill>
            <a:prstDash val="solid"/>
          </a:ln>
        </p:spPr>
      </p:cxnSp>
      <p:cxnSp>
        <p:nvCxnSpPr>
          <p:cNvPr id="32" name="tree-drop-0"/>
          <p:cNvCxnSpPr/>
          <p:nvPr/>
        </p:nvCxnSpPr>
        <p:spPr>
          <a:xfrm xmlns:a="http://schemas.openxmlformats.org/drawingml/2006/main">
            <a:off x="2095500" y="3257550"/>
            <a:ext cx="286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8CDD4"/>
            </a:solidFill>
            <a:prstDash val="solid"/>
          </a:ln>
        </p:spPr>
      </p:cxnSp>
      <p:cxnSp>
        <p:nvCxnSpPr>
          <p:cNvPr id="33" name="tree-drop-1"/>
          <p:cNvCxnSpPr/>
          <p:nvPr/>
        </p:nvCxnSpPr>
        <p:spPr>
          <a:xfrm xmlns:a="http://schemas.openxmlformats.org/drawingml/2006/main">
            <a:off x="4762500" y="3257550"/>
            <a:ext cx="286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8CDD4"/>
            </a:solidFill>
            <a:prstDash val="solid"/>
          </a:ln>
        </p:spPr>
      </p:cxnSp>
      <p:cxnSp>
        <p:nvCxnSpPr>
          <p:cNvPr id="34" name="tree-drop-2"/>
          <p:cNvCxnSpPr/>
          <p:nvPr/>
        </p:nvCxnSpPr>
        <p:spPr>
          <a:xfrm xmlns:a="http://schemas.openxmlformats.org/drawingml/2006/main">
            <a:off x="7429500" y="3257550"/>
            <a:ext cx="286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8CDD4"/>
            </a:solidFill>
            <a:prstDash val="solid"/>
          </a:ln>
        </p:spPr>
      </p:cxnSp>
      <p:cxnSp>
        <p:nvCxnSpPr>
          <p:cNvPr id="35" name="tree-drop-3"/>
          <p:cNvCxnSpPr/>
          <p:nvPr/>
        </p:nvCxnSpPr>
        <p:spPr>
          <a:xfrm xmlns:a="http://schemas.openxmlformats.org/drawingml/2006/main">
            <a:off x="10096500" y="3257550"/>
            <a:ext cx="286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8CDD4"/>
            </a:solidFill>
            <a:prstDash val="solid"/>
          </a:ln>
        </p:spPr>
      </p:cxnSp>
      <p:sp>
        <p:nvSpPr>
          <p:cNvPr id="11" name="root-rule-box">
            <a:extLst xmlns:a="http://schemas.openxmlformats.org/drawingml/2006/main">
              <a:ext uri="{FF2B5EF4-FFF2-40B4-BE49-F238E27FC236}">
                <a16:creationId xmlns:a16="http://schemas.microsoft.com/office/drawing/2014/main" id="{6D799ACE-671A-4388-9B8A-83B4590A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00200"/>
            <a:ext cx="4381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ot-rule-title">
            <a:extLst xmlns:a="http://schemas.openxmlformats.org/drawingml/2006/main">
              <a:ext uri="{FF2B5EF4-FFF2-40B4-BE49-F238E27FC236}">
                <a16:creationId xmlns:a16="http://schemas.microsoft.com/office/drawing/2014/main" id="{8EBE320A-7690-40D9-A6B5-E8991DF2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95450"/>
            <a:ext cx="401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根规则 · AGENT(S).md</a:t>
            </a:r>
          </a:p>
        </p:txBody>
      </p:sp>
      <p:sp>
        <p:nvSpPr>
          <p:cNvPr id="13" name="root-rule-body">
            <a:extLst xmlns:a="http://schemas.openxmlformats.org/drawingml/2006/main">
              <a:ext uri="{FF2B5EF4-FFF2-40B4-BE49-F238E27FC236}">
                <a16:creationId xmlns:a16="http://schemas.microsoft.com/office/drawing/2014/main" id="{0C2FDFD8-C04A-4BC0-8FEF-83E0F216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71675"/>
            <a:ext cx="4019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D8DC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D8DCE2"/>
                </a:solidFill>
                <a:latin typeface="Microsoft YaHei"/>
                <a:ea typeface="Microsoft YaHei"/>
                <a:cs typeface="Microsoft YaHei"/>
              </a:rPr>
              <a:t>稳定、精简、每次任务都会加载</a:t>
            </a:r>
          </a:p>
        </p:txBody>
      </p:sp>
      <p:sp>
        <p:nvSpPr>
          <p:cNvPr id="14" name="rule-leaf-0-box">
            <a:extLst xmlns:a="http://schemas.openxmlformats.org/drawingml/2006/main">
              <a:ext uri="{FF2B5EF4-FFF2-40B4-BE49-F238E27FC236}">
                <a16:creationId xmlns:a16="http://schemas.microsoft.com/office/drawing/2014/main" id="{C2336197-F670-448D-AD9E-6D15F8D2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67150"/>
            <a:ext cx="2381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ule-leaf-0-title">
            <a:extLst xmlns:a="http://schemas.openxmlformats.org/drawingml/2006/main">
              <a:ext uri="{FF2B5EF4-FFF2-40B4-BE49-F238E27FC236}">
                <a16:creationId xmlns:a16="http://schemas.microsoft.com/office/drawing/2014/main" id="{844BABBC-029B-4B5A-AC6C-2733264E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3860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项目地图</a:t>
            </a:r>
          </a:p>
        </p:txBody>
      </p:sp>
      <p:sp>
        <p:nvSpPr>
          <p:cNvPr id="16" name="rule-leaf-0-body">
            <a:extLst xmlns:a="http://schemas.openxmlformats.org/drawingml/2006/main">
              <a:ext uri="{FF2B5EF4-FFF2-40B4-BE49-F238E27FC236}">
                <a16:creationId xmlns:a16="http://schemas.microsoft.com/office/drawing/2014/main" id="{37CFA06C-822E-4B58-9C5C-7C8BB448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9580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目标与模块索引</a:t>
            </a:r>
          </a:p>
        </p:txBody>
      </p:sp>
      <p:sp>
        <p:nvSpPr>
          <p:cNvPr id="17" name="rule-leaf-1-box">
            <a:extLst xmlns:a="http://schemas.openxmlformats.org/drawingml/2006/main">
              <a:ext uri="{FF2B5EF4-FFF2-40B4-BE49-F238E27FC236}">
                <a16:creationId xmlns:a16="http://schemas.microsoft.com/office/drawing/2014/main" id="{6E3D9499-2D98-4EBB-AF41-E1CF7B3C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67150"/>
            <a:ext cx="2381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ule-leaf-1-title">
            <a:extLst xmlns:a="http://schemas.openxmlformats.org/drawingml/2006/main">
              <a:ext uri="{FF2B5EF4-FFF2-40B4-BE49-F238E27FC236}">
                <a16:creationId xmlns:a16="http://schemas.microsoft.com/office/drawing/2014/main" id="{25B59D7F-C1FA-402A-9531-1D7068AE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3860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19" name="rule-leaf-1-body">
            <a:extLst xmlns:a="http://schemas.openxmlformats.org/drawingml/2006/main">
              <a:ext uri="{FF2B5EF4-FFF2-40B4-BE49-F238E27FC236}">
                <a16:creationId xmlns:a16="http://schemas.microsoft.com/office/drawing/2014/main" id="{82380F64-3CA5-405D-B75D-58772A7A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9580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当前状态与短期计划</a:t>
            </a:r>
          </a:p>
        </p:txBody>
      </p:sp>
      <p:sp>
        <p:nvSpPr>
          <p:cNvPr id="20" name="rule-leaf-2-box">
            <a:extLst xmlns:a="http://schemas.openxmlformats.org/drawingml/2006/main">
              <a:ext uri="{FF2B5EF4-FFF2-40B4-BE49-F238E27FC236}">
                <a16:creationId xmlns:a16="http://schemas.microsoft.com/office/drawing/2014/main" id="{EDB89000-EB5A-4236-BCF4-B5627706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67150"/>
            <a:ext cx="2381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ule-leaf-2-title">
            <a:extLst xmlns:a="http://schemas.openxmlformats.org/drawingml/2006/main">
              <a:ext uri="{FF2B5EF4-FFF2-40B4-BE49-F238E27FC236}">
                <a16:creationId xmlns:a16="http://schemas.microsoft.com/office/drawing/2014/main" id="{217599B3-88AA-4325-B3B0-D43D3B09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3860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HISTORY</a:t>
            </a:r>
          </a:p>
        </p:txBody>
      </p:sp>
      <p:sp>
        <p:nvSpPr>
          <p:cNvPr id="22" name="rule-leaf-2-body">
            <a:extLst xmlns:a="http://schemas.openxmlformats.org/drawingml/2006/main">
              <a:ext uri="{FF2B5EF4-FFF2-40B4-BE49-F238E27FC236}">
                <a16:creationId xmlns:a16="http://schemas.microsoft.com/office/drawing/2014/main" id="{E9881350-CA48-43EF-8CA4-1ADBE093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9580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操作、证据与错误</a:t>
            </a:r>
          </a:p>
        </p:txBody>
      </p:sp>
      <p:sp>
        <p:nvSpPr>
          <p:cNvPr id="23" name="rule-leaf-3-box">
            <a:extLst xmlns:a="http://schemas.openxmlformats.org/drawingml/2006/main">
              <a:ext uri="{FF2B5EF4-FFF2-40B4-BE49-F238E27FC236}">
                <a16:creationId xmlns:a16="http://schemas.microsoft.com/office/drawing/2014/main" id="{4E7FFAF9-3BBA-4D7D-80F7-F85DC99F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67150"/>
            <a:ext cx="2381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DFF5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ule-leaf-3-title">
            <a:extLst xmlns:a="http://schemas.openxmlformats.org/drawingml/2006/main">
              <a:ext uri="{FF2B5EF4-FFF2-40B4-BE49-F238E27FC236}">
                <a16:creationId xmlns:a16="http://schemas.microsoft.com/office/drawing/2014/main" id="{F3E8C0B8-650B-44D2-93E9-A9C72D2C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3860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分支规则</a:t>
            </a:r>
          </a:p>
        </p:txBody>
      </p:sp>
      <p:sp>
        <p:nvSpPr>
          <p:cNvPr id="25" name="rule-leaf-3-body">
            <a:extLst xmlns:a="http://schemas.openxmlformats.org/drawingml/2006/main">
              <a:ext uri="{FF2B5EF4-FFF2-40B4-BE49-F238E27FC236}">
                <a16:creationId xmlns:a16="http://schemas.microsoft.com/office/drawing/2014/main" id="{098AA7A0-A467-450C-904D-EFF6ACEA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9580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任务专属上下文</a:t>
            </a:r>
          </a:p>
        </p:txBody>
      </p:sp>
    </p:spTree>
    <p:extLst>
      <p:ext uri="{BB962C8B-B14F-4D97-AF65-F5344CB8AC3E}">
        <p14:creationId xmlns:p14="http://schemas.microsoft.com/office/powerpoint/2010/main" val="98492520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C8E6483-4C18-406C-9CE6-89E17E8E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65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7BA9D1D-79ED-4165-AAE6-0E8F259C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根规则要精简：写什么，不写什么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E2004ED-DB92-4C8F-A2ED-AB653E7E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应该包含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• 项目核心目标与完成标准
• 当前总体进度的极短摘要
• 关键目录及对应规则索引
• 会话合作方式与工作边界
• 更新计划、历史、分支规则的触发条件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A02BE7CA-B7E3-43F5-9155-3ADDD76A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不应该包含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• 每次运行的完整日志
• 某个分支的全部细节
• 大段背景知识或重复说明
• 频繁变化的短期任务清单
• 只对一次对话有效的口头偏好</a:t>
            </a:r>
          </a:p>
        </p:txBody>
      </p:sp>
    </p:spTree>
    <p:extLst>
      <p:ext uri="{BB962C8B-B14F-4D97-AF65-F5344CB8AC3E}">
        <p14:creationId xmlns:p14="http://schemas.microsoft.com/office/powerpoint/2010/main" val="141163321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A14A937-1D3D-4DEC-BC92-10DADFE9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65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575B514-8E69-43E6-B29C-73BCF7E9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计划、历史、分支规则：各自只回答一类问题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EFA6B70-9782-41D5-AFE7-52648812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E0A9032-2978-4F15-8751-6701B87D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20A41EB-CE15-4D33-AABF-A5B32A7A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9E086305-FAEE-488A-9557-DE213A53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A8644C8-1745-4E05-B9AC-0EC99BAA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过去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FA0BC87-A127-4C6B-8900-5FAEB92D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当前分支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016FC9D1-98DB-4A99-9B91-8B09C3B9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HISTORY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操作、证据、失败原因和回退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4DDE747-F9CA-44CE-B81B-2289C226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状态、近期目标、优先级和下一步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A2A5441-B25E-4D66-B9AF-000C8D42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BRANCH RULE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范围、输入输出、禁区和验收</a:t>
            </a:r>
          </a:p>
        </p:txBody>
      </p:sp>
    </p:spTree>
    <p:extLst>
      <p:ext uri="{BB962C8B-B14F-4D97-AF65-F5344CB8AC3E}">
        <p14:creationId xmlns:p14="http://schemas.microsoft.com/office/powerpoint/2010/main" val="34971186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EF95BD63-CEB1-4149-BA74-FEC1C836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ED5EF568-15B4-402E-B745-6244E0F6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798A107-C27F-4031-91FB-0BA7B54C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32726811-D374-4E2A-B144-AC43A750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65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7ED33DC9-D026-4465-BDE8-BC38AC72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规则体系带来三种长期收益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38D5F01-1394-4689-8570-10F66BB5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仓库保存进度
Git 提供远端备份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6D1C4BD0-7D0C-4C7A-ACED-6C799AF3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成功与错误
沉淀为新规则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7B52E04D-D056-47E4-881F-94169386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分支按需读取
压缩后可恢复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3EBD029E-063E-48AC-A3D2-B5387A83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可转接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CE6064E3-72F0-4925-8667-ABF3AF80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低污染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1A9A493E-98C7-4565-BAC9-F2156770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会进化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06003A5C-9CEB-4235-9A21-F9FD358B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把一次对话变成可继承的工程资产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任务交接、上下文恢复与经验积累不再依赖某个账号或某段聊天记录。</a:t>
            </a:r>
          </a:p>
        </p:txBody>
      </p:sp>
    </p:spTree>
    <p:extLst>
      <p:ext uri="{BB962C8B-B14F-4D97-AF65-F5344CB8AC3E}">
        <p14:creationId xmlns:p14="http://schemas.microsoft.com/office/powerpoint/2010/main" val="10765104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14">
            <a:extLst xmlns:a="http://schemas.openxmlformats.org/drawingml/2006/main">
              <a:ext uri="{FF2B5EF4-FFF2-40B4-BE49-F238E27FC236}">
                <a16:creationId xmlns:a16="http://schemas.microsoft.com/office/drawing/2014/main" id="{43CA3C48-0D65-40E6-AA06-EB445A9E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04 · 主线—分支协作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DE0691F8-E4F0-4C72-8CF4-9F24F10C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主线—分支：把控制面与执行面分开</a:t>
            </a:r>
          </a:p>
        </p:txBody>
      </p:sp>
      <p:sp>
        <p:nvSpPr>
          <p:cNvPr id="3" name="rule-14">
            <a:extLst xmlns:a="http://schemas.openxmlformats.org/drawingml/2006/main">
              <a:ext uri="{FF2B5EF4-FFF2-40B4-BE49-F238E27FC236}">
                <a16:creationId xmlns:a16="http://schemas.microsoft.com/office/drawing/2014/main" id="{A4306E26-780E-4EB5-9ADA-E0FA1B80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4">
            <a:extLst xmlns:a="http://schemas.openxmlformats.org/drawingml/2006/main">
              <a:ext uri="{FF2B5EF4-FFF2-40B4-BE49-F238E27FC236}">
                <a16:creationId xmlns:a16="http://schemas.microsoft.com/office/drawing/2014/main" id="{16362497-8A9F-42B1-8BC8-B1AD975F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cxnSp>
        <p:nvCxnSpPr>
          <p:cNvPr id="34" name="user-main"/>
          <p:cNvCxnSpPr/>
          <p:nvPr/>
        </p:nvCxnSpPr>
        <p:spPr>
          <a:xfrm xmlns:a="http://schemas.openxmlformats.org/drawingml/2006/main">
            <a:off x="2724150" y="2495550"/>
            <a:ext cx="1600200" cy="286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8CDD4"/>
            </a:solidFill>
            <a:prstDash val="solid"/>
          </a:ln>
        </p:spPr>
      </p:cxnSp>
      <p:cxnSp>
        <p:nvCxnSpPr>
          <p:cNvPr id="35" name="main-trunk"/>
          <p:cNvCxnSpPr/>
          <p:nvPr/>
        </p:nvCxnSpPr>
        <p:spPr>
          <a:xfrm xmlns:a="http://schemas.openxmlformats.org/drawingml/2006/main">
            <a:off x="6191250" y="2990850"/>
            <a:ext cx="286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8CDD4"/>
            </a:solidFill>
            <a:prstDash val="solid"/>
          </a:ln>
        </p:spPr>
      </p:cxnSp>
      <p:cxnSp>
        <p:nvCxnSpPr>
          <p:cNvPr id="36" name="branch-bar"/>
          <p:cNvCxnSpPr/>
          <p:nvPr/>
        </p:nvCxnSpPr>
        <p:spPr>
          <a:xfrm xmlns:a="http://schemas.openxmlformats.org/drawingml/2006/main">
            <a:off x="2266950" y="3676650"/>
            <a:ext cx="7848600" cy="286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8CDD4"/>
            </a:solidFill>
            <a:prstDash val="solid"/>
          </a:ln>
        </p:spPr>
      </p:cxnSp>
      <p:cxnSp>
        <p:nvCxnSpPr>
          <p:cNvPr id="37" name="branch-drop-0"/>
          <p:cNvCxnSpPr/>
          <p:nvPr/>
        </p:nvCxnSpPr>
        <p:spPr>
          <a:xfrm xmlns:a="http://schemas.openxmlformats.org/drawingml/2006/main">
            <a:off x="2266950" y="3676650"/>
            <a:ext cx="286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8CDD4"/>
            </a:solidFill>
            <a:prstDash val="solid"/>
          </a:ln>
        </p:spPr>
      </p:cxnSp>
      <p:cxnSp>
        <p:nvCxnSpPr>
          <p:cNvPr id="38" name="branch-drop-1"/>
          <p:cNvCxnSpPr/>
          <p:nvPr/>
        </p:nvCxnSpPr>
        <p:spPr>
          <a:xfrm xmlns:a="http://schemas.openxmlformats.org/drawingml/2006/main">
            <a:off x="4886325" y="3676650"/>
            <a:ext cx="286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8CDD4"/>
            </a:solidFill>
            <a:prstDash val="solid"/>
          </a:ln>
        </p:spPr>
      </p:cxnSp>
      <p:cxnSp>
        <p:nvCxnSpPr>
          <p:cNvPr id="39" name="branch-drop-2"/>
          <p:cNvCxnSpPr/>
          <p:nvPr/>
        </p:nvCxnSpPr>
        <p:spPr>
          <a:xfrm xmlns:a="http://schemas.openxmlformats.org/drawingml/2006/main">
            <a:off x="7505700" y="3676650"/>
            <a:ext cx="286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8CDD4"/>
            </a:solidFill>
            <a:prstDash val="solid"/>
          </a:ln>
        </p:spPr>
      </p:cxnSp>
      <p:cxnSp>
        <p:nvCxnSpPr>
          <p:cNvPr id="40" name="branch-drop-3"/>
          <p:cNvCxnSpPr/>
          <p:nvPr/>
        </p:nvCxnSpPr>
        <p:spPr>
          <a:xfrm xmlns:a="http://schemas.openxmlformats.org/drawingml/2006/main">
            <a:off x="10125075" y="3676650"/>
            <a:ext cx="286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8CDD4"/>
            </a:solidFill>
            <a:prstDash val="solid"/>
          </a:ln>
        </p:spPr>
      </p:cxnSp>
      <p:sp>
        <p:nvSpPr>
          <p:cNvPr id="12" name="human-box">
            <a:extLst xmlns:a="http://schemas.openxmlformats.org/drawingml/2006/main">
              <a:ext uri="{FF2B5EF4-FFF2-40B4-BE49-F238E27FC236}">
                <a16:creationId xmlns:a16="http://schemas.microsoft.com/office/drawing/2014/main" id="{FB700994-F8C7-40CB-B4FE-96A0B896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000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FF5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uman-title">
            <a:extLst xmlns:a="http://schemas.openxmlformats.org/drawingml/2006/main">
              <a:ext uri="{FF2B5EF4-FFF2-40B4-BE49-F238E27FC236}">
                <a16:creationId xmlns:a16="http://schemas.microsoft.com/office/drawing/2014/main" id="{9EBD358F-E93F-499E-9938-195652DD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人</a:t>
            </a:r>
          </a:p>
        </p:txBody>
      </p:sp>
      <p:sp>
        <p:nvSpPr>
          <p:cNvPr id="14" name="human-body">
            <a:extLst xmlns:a="http://schemas.openxmlformats.org/drawingml/2006/main">
              <a:ext uri="{FF2B5EF4-FFF2-40B4-BE49-F238E27FC236}">
                <a16:creationId xmlns:a16="http://schemas.microsoft.com/office/drawing/2014/main" id="{D2B3A0F5-8B15-4B15-8E78-54FFDA48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1725"/>
            <a:ext cx="1638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方向、选择、干预</a:t>
            </a:r>
          </a:p>
        </p:txBody>
      </p:sp>
      <p:sp>
        <p:nvSpPr>
          <p:cNvPr id="15" name="mainline-box">
            <a:extLst xmlns:a="http://schemas.openxmlformats.org/drawingml/2006/main">
              <a:ext uri="{FF2B5EF4-FFF2-40B4-BE49-F238E27FC236}">
                <a16:creationId xmlns:a16="http://schemas.microsoft.com/office/drawing/2014/main" id="{634C0115-21FE-4B88-983A-C7FCFDA0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7338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ainline-title">
            <a:extLst xmlns:a="http://schemas.openxmlformats.org/drawingml/2006/main">
              <a:ext uri="{FF2B5EF4-FFF2-40B4-BE49-F238E27FC236}">
                <a16:creationId xmlns:a16="http://schemas.microsoft.com/office/drawing/2014/main" id="{50865DC7-EACF-444D-A3FC-C60C99CF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81200"/>
            <a:ext cx="337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主线 · 控制面</a:t>
            </a:r>
          </a:p>
        </p:txBody>
      </p:sp>
      <p:sp>
        <p:nvSpPr>
          <p:cNvPr id="17" name="mainline-body">
            <a:extLst xmlns:a="http://schemas.openxmlformats.org/drawingml/2006/main">
              <a:ext uri="{FF2B5EF4-FFF2-40B4-BE49-F238E27FC236}">
                <a16:creationId xmlns:a16="http://schemas.microsoft.com/office/drawing/2014/main" id="{078A9C51-9A64-4424-AAC0-3AB8EF93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38400"/>
            <a:ext cx="337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D8DC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D8DCE2"/>
                </a:solidFill>
                <a:latin typeface="Microsoft YaHei"/>
                <a:ea typeface="Microsoft YaHei"/>
                <a:cs typeface="Microsoft YaHei"/>
              </a:rPr>
              <a:t>规则｜计划｜分发｜项目进度｜与人交互</a:t>
            </a:r>
          </a:p>
        </p:txBody>
      </p:sp>
      <p:sp>
        <p:nvSpPr>
          <p:cNvPr id="18" name="branch-0-box">
            <a:extLst xmlns:a="http://schemas.openxmlformats.org/drawingml/2006/main">
              <a:ext uri="{FF2B5EF4-FFF2-40B4-BE49-F238E27FC236}">
                <a16:creationId xmlns:a16="http://schemas.microsoft.com/office/drawing/2014/main" id="{183D0325-D818-434D-95C2-9749CD3F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22479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ranch-0-title">
            <a:extLst xmlns:a="http://schemas.openxmlformats.org/drawingml/2006/main">
              <a:ext uri="{FF2B5EF4-FFF2-40B4-BE49-F238E27FC236}">
                <a16:creationId xmlns:a16="http://schemas.microsoft.com/office/drawing/2014/main" id="{9AEF4DE1-D385-4DB7-B189-0804A9D4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分支 A</a:t>
            </a:r>
          </a:p>
        </p:txBody>
      </p:sp>
      <p:sp>
        <p:nvSpPr>
          <p:cNvPr id="20" name="branch-0-body">
            <a:extLst xmlns:a="http://schemas.openxmlformats.org/drawingml/2006/main">
              <a:ext uri="{FF2B5EF4-FFF2-40B4-BE49-F238E27FC236}">
                <a16:creationId xmlns:a16="http://schemas.microsoft.com/office/drawing/2014/main" id="{ED184789-E435-465C-B74D-A40AD9F9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434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代码实现</a:t>
            </a:r>
          </a:p>
        </p:txBody>
      </p:sp>
      <p:sp>
        <p:nvSpPr>
          <p:cNvPr id="21" name="branch-1-box">
            <a:extLst xmlns:a="http://schemas.openxmlformats.org/drawingml/2006/main">
              <a:ext uri="{FF2B5EF4-FFF2-40B4-BE49-F238E27FC236}">
                <a16:creationId xmlns:a16="http://schemas.microsoft.com/office/drawing/2014/main" id="{D45BEE26-0B3E-4BB8-9622-C25D2CBD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14800"/>
            <a:ext cx="22479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ranch-1-title">
            <a:extLst xmlns:a="http://schemas.openxmlformats.org/drawingml/2006/main">
              <a:ext uri="{FF2B5EF4-FFF2-40B4-BE49-F238E27FC236}">
                <a16:creationId xmlns:a16="http://schemas.microsoft.com/office/drawing/2014/main" id="{F19B9B1F-9DF6-4E50-9418-3C0733AB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2862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分支 B</a:t>
            </a:r>
          </a:p>
        </p:txBody>
      </p:sp>
      <p:sp>
        <p:nvSpPr>
          <p:cNvPr id="23" name="branch-1-body">
            <a:extLst xmlns:a="http://schemas.openxmlformats.org/drawingml/2006/main">
              <a:ext uri="{FF2B5EF4-FFF2-40B4-BE49-F238E27FC236}">
                <a16:creationId xmlns:a16="http://schemas.microsoft.com/office/drawing/2014/main" id="{3F69A931-41E8-46BA-B46C-0306C52A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7434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测试验证</a:t>
            </a:r>
          </a:p>
        </p:txBody>
      </p:sp>
      <p:sp>
        <p:nvSpPr>
          <p:cNvPr id="24" name="branch-2-box">
            <a:extLst xmlns:a="http://schemas.openxmlformats.org/drawingml/2006/main">
              <a:ext uri="{FF2B5EF4-FFF2-40B4-BE49-F238E27FC236}">
                <a16:creationId xmlns:a16="http://schemas.microsoft.com/office/drawing/2014/main" id="{0620C532-7BB8-4526-89E9-8941A75D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14800"/>
            <a:ext cx="22479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ranch-2-title">
            <a:extLst xmlns:a="http://schemas.openxmlformats.org/drawingml/2006/main">
              <a:ext uri="{FF2B5EF4-FFF2-40B4-BE49-F238E27FC236}">
                <a16:creationId xmlns:a16="http://schemas.microsoft.com/office/drawing/2014/main" id="{FCB69CA1-3DCE-4629-BF3D-73333775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862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分支 C</a:t>
            </a:r>
          </a:p>
        </p:txBody>
      </p:sp>
      <p:sp>
        <p:nvSpPr>
          <p:cNvPr id="26" name="branch-2-body">
            <a:extLst xmlns:a="http://schemas.openxmlformats.org/drawingml/2006/main">
              <a:ext uri="{FF2B5EF4-FFF2-40B4-BE49-F238E27FC236}">
                <a16:creationId xmlns:a16="http://schemas.microsoft.com/office/drawing/2014/main" id="{62DEAC26-AD10-4D93-8778-2CBA385E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434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资料与分析</a:t>
            </a:r>
          </a:p>
        </p:txBody>
      </p:sp>
      <p:sp>
        <p:nvSpPr>
          <p:cNvPr id="27" name="branch-3-box">
            <a:extLst xmlns:a="http://schemas.openxmlformats.org/drawingml/2006/main">
              <a:ext uri="{FF2B5EF4-FFF2-40B4-BE49-F238E27FC236}">
                <a16:creationId xmlns:a16="http://schemas.microsoft.com/office/drawing/2014/main" id="{737758BB-28A5-4AAD-846E-CA68A5E7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14800"/>
            <a:ext cx="22479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FF5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ranch-3-title">
            <a:extLst xmlns:a="http://schemas.openxmlformats.org/drawingml/2006/main">
              <a:ext uri="{FF2B5EF4-FFF2-40B4-BE49-F238E27FC236}">
                <a16:creationId xmlns:a16="http://schemas.microsoft.com/office/drawing/2014/main" id="{CE5228FE-FE12-4E69-BC36-5C885F85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862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分支 D</a:t>
            </a:r>
          </a:p>
        </p:txBody>
      </p:sp>
      <p:sp>
        <p:nvSpPr>
          <p:cNvPr id="29" name="branch-3-body">
            <a:extLst xmlns:a="http://schemas.openxmlformats.org/drawingml/2006/main">
              <a:ext uri="{FF2B5EF4-FFF2-40B4-BE49-F238E27FC236}">
                <a16:creationId xmlns:a16="http://schemas.microsoft.com/office/drawing/2014/main" id="{07DE7C16-D743-493A-8BB2-8A7FE808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7434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独立尝试</a:t>
            </a:r>
          </a:p>
        </p:txBody>
      </p:sp>
    </p:spTree>
    <p:extLst>
      <p:ext uri="{BB962C8B-B14F-4D97-AF65-F5344CB8AC3E}">
        <p14:creationId xmlns:p14="http://schemas.microsoft.com/office/powerpoint/2010/main" val="19910871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15">
            <a:extLst xmlns:a="http://schemas.openxmlformats.org/drawingml/2006/main">
              <a:ext uri="{FF2B5EF4-FFF2-40B4-BE49-F238E27FC236}">
                <a16:creationId xmlns:a16="http://schemas.microsoft.com/office/drawing/2014/main" id="{729AAFFE-908D-4CAA-87A5-8F2C3DBB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04 · 主线—分支协作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F4C4B327-D05F-4BA7-A400-D3401222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一次完整的分发，必须有来有回</a:t>
            </a:r>
          </a:p>
        </p:txBody>
      </p:sp>
      <p:sp>
        <p:nvSpPr>
          <p:cNvPr id="3" name="rule-15">
            <a:extLst xmlns:a="http://schemas.openxmlformats.org/drawingml/2006/main">
              <a:ext uri="{FF2B5EF4-FFF2-40B4-BE49-F238E27FC236}">
                <a16:creationId xmlns:a16="http://schemas.microsoft.com/office/drawing/2014/main" id="{28C6A4BF-9B05-4852-B0B7-0DAACCE4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5">
            <a:extLst xmlns:a="http://schemas.openxmlformats.org/drawingml/2006/main">
              <a:ext uri="{FF2B5EF4-FFF2-40B4-BE49-F238E27FC236}">
                <a16:creationId xmlns:a16="http://schemas.microsoft.com/office/drawing/2014/main" id="{5991BE36-F890-42F9-B3B8-975E6B1A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dispatch-arrow">
            <a:extLst xmlns:a="http://schemas.openxmlformats.org/drawingml/2006/main">
              <a:ext uri="{FF2B5EF4-FFF2-40B4-BE49-F238E27FC236}">
                <a16:creationId xmlns:a16="http://schemas.microsoft.com/office/drawing/2014/main" id="{43A94A4A-9E82-4190-9074-B14A5C80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24150"/>
            <a:ext cx="1047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turn-arrow">
            <a:extLst xmlns:a="http://schemas.openxmlformats.org/drawingml/2006/main">
              <a:ext uri="{FF2B5EF4-FFF2-40B4-BE49-F238E27FC236}">
                <a16:creationId xmlns:a16="http://schemas.microsoft.com/office/drawing/2014/main" id="{5FDC56D5-D03F-4003-9293-9DE38473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91000"/>
            <a:ext cx="10477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sk-sheet-box">
            <a:extLst xmlns:a="http://schemas.openxmlformats.org/drawingml/2006/main">
              <a:ext uri="{FF2B5EF4-FFF2-40B4-BE49-F238E27FC236}">
                <a16:creationId xmlns:a16="http://schemas.microsoft.com/office/drawing/2014/main" id="{C5ABCC45-D4C7-4E35-872C-7B28AAC8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447675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ask-sheet-accent">
            <a:extLst xmlns:a="http://schemas.openxmlformats.org/drawingml/2006/main">
              <a:ext uri="{FF2B5EF4-FFF2-40B4-BE49-F238E27FC236}">
                <a16:creationId xmlns:a16="http://schemas.microsoft.com/office/drawing/2014/main" id="{A7F4466A-7DA8-4D75-99FD-6EBEB3A9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762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sk-sheet-title">
            <a:extLst xmlns:a="http://schemas.openxmlformats.org/drawingml/2006/main">
              <a:ext uri="{FF2B5EF4-FFF2-40B4-BE49-F238E27FC236}">
                <a16:creationId xmlns:a16="http://schemas.microsoft.com/office/drawing/2014/main" id="{69C65A7C-F66F-4182-AC2B-7DBB6B56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407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主线任务单</a:t>
            </a:r>
          </a:p>
        </p:txBody>
      </p:sp>
      <p:sp>
        <p:nvSpPr>
          <p:cNvPr id="10" name="task-sheet-body">
            <a:extLst xmlns:a="http://schemas.openxmlformats.org/drawingml/2006/main">
              <a:ext uri="{FF2B5EF4-FFF2-40B4-BE49-F238E27FC236}">
                <a16:creationId xmlns:a16="http://schemas.microsoft.com/office/drawing/2014/main" id="{F8B5A748-F818-47CA-92CD-6E148DD8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0767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01 目标与范围</a:t>
            </a:r>
          </a:p>
          <a:p xmlns:a="http://schemas.openxmlformats.org/drawingml/2006/main">
            <a:pPr algn="l">
              <a:def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02 必读规则与输入</a:t>
            </a:r>
          </a:p>
          <a:p xmlns:a="http://schemas.openxmlformats.org/drawingml/2006/main">
            <a:pPr algn="l">
              <a:def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03 可修改路径与禁区</a:t>
            </a:r>
          </a:p>
          <a:p xmlns:a="http://schemas.openxmlformats.org/drawingml/2006/main">
            <a:pPr algn="l">
              <a:def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04 验收标准</a:t>
            </a:r>
          </a:p>
          <a:p xmlns:a="http://schemas.openxmlformats.org/drawingml/2006/main">
            <a:pPr algn="l">
              <a:def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05 停止条件</a:t>
            </a:r>
          </a:p>
          <a:p xmlns:a="http://schemas.openxmlformats.org/drawingml/2006/main">
            <a:pPr algn="l">
              <a:def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06 返回格式</a:t>
            </a:r>
          </a:p>
        </p:txBody>
      </p:sp>
      <p:sp>
        <p:nvSpPr>
          <p:cNvPr id="11" name="return-pack-box">
            <a:extLst xmlns:a="http://schemas.openxmlformats.org/drawingml/2006/main">
              <a:ext uri="{FF2B5EF4-FFF2-40B4-BE49-F238E27FC236}">
                <a16:creationId xmlns:a16="http://schemas.microsoft.com/office/drawing/2014/main" id="{39D5BB28-9BBD-4688-BE63-E2A46C3E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657350"/>
            <a:ext cx="447675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DFF5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turn-pack-accent">
            <a:extLst xmlns:a="http://schemas.openxmlformats.org/drawingml/2006/main">
              <a:ext uri="{FF2B5EF4-FFF2-40B4-BE49-F238E27FC236}">
                <a16:creationId xmlns:a16="http://schemas.microsoft.com/office/drawing/2014/main" id="{BD0C6332-1257-45F8-B972-72D8B6A6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657350"/>
            <a:ext cx="762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turn-pack-title">
            <a:extLst xmlns:a="http://schemas.openxmlformats.org/drawingml/2006/main">
              <a:ext uri="{FF2B5EF4-FFF2-40B4-BE49-F238E27FC236}">
                <a16:creationId xmlns:a16="http://schemas.microsoft.com/office/drawing/2014/main" id="{5569C162-5B1F-493B-A6CB-BBB48C8E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28800"/>
            <a:ext cx="407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分支返回包</a:t>
            </a:r>
          </a:p>
        </p:txBody>
      </p:sp>
      <p:sp>
        <p:nvSpPr>
          <p:cNvPr id="14" name="return-pack-body">
            <a:extLst xmlns:a="http://schemas.openxmlformats.org/drawingml/2006/main">
              <a:ext uri="{FF2B5EF4-FFF2-40B4-BE49-F238E27FC236}">
                <a16:creationId xmlns:a16="http://schemas.microsoft.com/office/drawing/2014/main" id="{4C63665D-9459-4964-8DFF-A27C316E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86000"/>
            <a:ext cx="40767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01 做了什么</a:t>
            </a:r>
          </a:p>
          <a:p xmlns:a="http://schemas.openxmlformats.org/drawingml/2006/main">
            <a:pPr algn="l">
              <a:def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02 改了哪些文件</a:t>
            </a:r>
          </a:p>
          <a:p xmlns:a="http://schemas.openxmlformats.org/drawingml/2006/main">
            <a:pPr algn="l">
              <a:def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03 验证结果与证据</a:t>
            </a:r>
          </a:p>
          <a:p xmlns:a="http://schemas.openxmlformats.org/drawingml/2006/main">
            <a:pPr algn="l">
              <a:def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04 遇到的阻塞</a:t>
            </a:r>
          </a:p>
          <a:p xmlns:a="http://schemas.openxmlformats.org/drawingml/2006/main">
            <a:pPr algn="l">
              <a:def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05 可复用经验</a:t>
            </a:r>
          </a:p>
          <a:p xmlns:a="http://schemas.openxmlformats.org/drawingml/2006/main">
            <a:pPr algn="l">
              <a:def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06 建议更新的规则</a:t>
            </a:r>
          </a:p>
        </p:txBody>
      </p:sp>
      <p:sp>
        <p:nvSpPr>
          <p:cNvPr id="15" name="dispatch-label">
            <a:extLst xmlns:a="http://schemas.openxmlformats.org/drawingml/2006/main">
              <a:ext uri="{FF2B5EF4-FFF2-40B4-BE49-F238E27FC236}">
                <a16:creationId xmlns:a16="http://schemas.microsoft.com/office/drawing/2014/main" id="{889B07E2-DF41-47A0-9991-FBDFF324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431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分发</a:t>
            </a:r>
          </a:p>
        </p:txBody>
      </p:sp>
      <p:sp>
        <p:nvSpPr>
          <p:cNvPr id="16" name="return-label">
            <a:extLst xmlns:a="http://schemas.openxmlformats.org/drawingml/2006/main">
              <a:ext uri="{FF2B5EF4-FFF2-40B4-BE49-F238E27FC236}">
                <a16:creationId xmlns:a16="http://schemas.microsoft.com/office/drawing/2014/main" id="{CA6D21D9-0B99-4A2B-907A-116CB87E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339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回报</a:t>
            </a:r>
          </a:p>
        </p:txBody>
      </p:sp>
    </p:spTree>
    <p:extLst>
      <p:ext uri="{BB962C8B-B14F-4D97-AF65-F5344CB8AC3E}">
        <p14:creationId xmlns:p14="http://schemas.microsoft.com/office/powerpoint/2010/main" val="41371503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FA296CE-4A44-4776-944E-EC9C792D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65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81D2EE4-F8F0-4142-8BF3-E705E82F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并行提高速度，但不会凭空增加完成量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71F3C72-F31E-4DCF-943E-AB324138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9EF0539-F2D2-4A36-B6F5-9726162E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976AC77D-521F-44EE-A5DB-EACF6293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42C28CA-D9BE-492D-8763-3F196027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9E46C1EA-7DEB-4CC4-A8AC-88918277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适合并行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任务相互独立。
输入与验收清晰。
各分支独立返回证据。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778BAF11-FD59-41BF-8713-AFA17E34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7B8390AC-D756-42D3-913D-6ED8A224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需要通信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任务拆分、状态同步、冲突合并和经验回写都会产生额外成本。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00A928C4-AD72-4809-83DF-B38DE3F8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BCFF5C72-157D-41FA-86F1-EB548570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受物理资源限制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服务器、许可证、仿真环境或独占设备仍可能成为串行瓶颈。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A3FC3693-B9F1-477D-A3D4-4D2AF899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EFC6423C-449C-4105-8E8F-9BF7ABA9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B7A823F4-444C-45A3-A392-B86146D6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668347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17">
            <a:extLst xmlns:a="http://schemas.openxmlformats.org/drawingml/2006/main">
              <a:ext uri="{FF2B5EF4-FFF2-40B4-BE49-F238E27FC236}">
                <a16:creationId xmlns:a16="http://schemas.microsoft.com/office/drawing/2014/main" id="{0A2CA849-051D-400D-A2B2-5C11F513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05 · 上下文管理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2D1F1818-8AFC-4D8B-9B3A-FDAA2AAC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上下文管理：读取必要信息，而不是读取所有信息</a:t>
            </a:r>
          </a:p>
        </p:txBody>
      </p:sp>
      <p:sp>
        <p:nvSpPr>
          <p:cNvPr id="3" name="rule-17">
            <a:extLst xmlns:a="http://schemas.openxmlformats.org/drawingml/2006/main">
              <a:ext uri="{FF2B5EF4-FFF2-40B4-BE49-F238E27FC236}">
                <a16:creationId xmlns:a16="http://schemas.microsoft.com/office/drawing/2014/main" id="{7A56B2B7-1922-423D-AF2A-3F3760C5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7">
            <a:extLst xmlns:a="http://schemas.openxmlformats.org/drawingml/2006/main">
              <a:ext uri="{FF2B5EF4-FFF2-40B4-BE49-F238E27FC236}">
                <a16:creationId xmlns:a16="http://schemas.microsoft.com/office/drawing/2014/main" id="{522E97A4-9BE1-459C-9CF4-ABE5DB3E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ctx-arrow-0">
            <a:extLst xmlns:a="http://schemas.openxmlformats.org/drawingml/2006/main">
              <a:ext uri="{FF2B5EF4-FFF2-40B4-BE49-F238E27FC236}">
                <a16:creationId xmlns:a16="http://schemas.microsoft.com/office/drawing/2014/main" id="{6A045A60-1828-4732-866F-898CD781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6705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tx-arrow-1">
            <a:extLst xmlns:a="http://schemas.openxmlformats.org/drawingml/2006/main">
              <a:ext uri="{FF2B5EF4-FFF2-40B4-BE49-F238E27FC236}">
                <a16:creationId xmlns:a16="http://schemas.microsoft.com/office/drawing/2014/main" id="{183CF0EF-D89D-4CB8-BFBA-747C9BBA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tx-arrow-2">
            <a:extLst xmlns:a="http://schemas.openxmlformats.org/drawingml/2006/main">
              <a:ext uri="{FF2B5EF4-FFF2-40B4-BE49-F238E27FC236}">
                <a16:creationId xmlns:a16="http://schemas.microsoft.com/office/drawing/2014/main" id="{6517DF63-598F-406F-9251-A2168253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6705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tx-arrow-3">
            <a:extLst xmlns:a="http://schemas.openxmlformats.org/drawingml/2006/main">
              <a:ext uri="{FF2B5EF4-FFF2-40B4-BE49-F238E27FC236}">
                <a16:creationId xmlns:a16="http://schemas.microsoft.com/office/drawing/2014/main" id="{860CB84A-7CDB-4559-AC29-096F6940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tx-node-0-box">
            <a:extLst xmlns:a="http://schemas.openxmlformats.org/drawingml/2006/main">
              <a:ext uri="{FF2B5EF4-FFF2-40B4-BE49-F238E27FC236}">
                <a16:creationId xmlns:a16="http://schemas.microsoft.com/office/drawing/2014/main" id="{2728B101-8818-41D7-8241-30F3646F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66950"/>
            <a:ext cx="1771650" cy="18097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tx-node-0-title">
            <a:extLst xmlns:a="http://schemas.openxmlformats.org/drawingml/2006/main">
              <a:ext uri="{FF2B5EF4-FFF2-40B4-BE49-F238E27FC236}">
                <a16:creationId xmlns:a16="http://schemas.microsoft.com/office/drawing/2014/main" id="{36BC2FBD-B54E-457C-B4A6-649E2E8A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稳定根规则</a:t>
            </a:r>
          </a:p>
        </p:txBody>
      </p:sp>
      <p:sp>
        <p:nvSpPr>
          <p:cNvPr id="11" name="ctx-node-0-body">
            <a:extLst xmlns:a="http://schemas.openxmlformats.org/drawingml/2006/main">
              <a:ext uri="{FF2B5EF4-FFF2-40B4-BE49-F238E27FC236}">
                <a16:creationId xmlns:a16="http://schemas.microsoft.com/office/drawing/2014/main" id="{6C7181E4-52A7-48A0-853E-7CBB593F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4097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目标与索引</a:t>
            </a:r>
          </a:p>
        </p:txBody>
      </p:sp>
      <p:sp>
        <p:nvSpPr>
          <p:cNvPr id="12" name="ctx-node-1-box">
            <a:extLst xmlns:a="http://schemas.openxmlformats.org/drawingml/2006/main">
              <a:ext uri="{FF2B5EF4-FFF2-40B4-BE49-F238E27FC236}">
                <a16:creationId xmlns:a16="http://schemas.microsoft.com/office/drawing/2014/main" id="{87836293-9C65-4D21-BCD2-86796DFE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66950"/>
            <a:ext cx="1771650" cy="18097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tx-node-1-title">
            <a:extLst xmlns:a="http://schemas.openxmlformats.org/drawingml/2006/main">
              <a:ext uri="{FF2B5EF4-FFF2-40B4-BE49-F238E27FC236}">
                <a16:creationId xmlns:a16="http://schemas.microsoft.com/office/drawing/2014/main" id="{7FF285EC-A535-478C-9488-430E8CCE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384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动作路由</a:t>
            </a:r>
          </a:p>
        </p:txBody>
      </p:sp>
      <p:sp>
        <p:nvSpPr>
          <p:cNvPr id="14" name="ctx-node-1-body">
            <a:extLst xmlns:a="http://schemas.openxmlformats.org/drawingml/2006/main">
              <a:ext uri="{FF2B5EF4-FFF2-40B4-BE49-F238E27FC236}">
                <a16:creationId xmlns:a16="http://schemas.microsoft.com/office/drawing/2014/main" id="{60B36878-9A38-46C0-89B1-1A63B95F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95600"/>
            <a:ext cx="14097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这次要做什么？</a:t>
            </a:r>
          </a:p>
        </p:txBody>
      </p:sp>
      <p:sp>
        <p:nvSpPr>
          <p:cNvPr id="15" name="ctx-node-2-box">
            <a:extLst xmlns:a="http://schemas.openxmlformats.org/drawingml/2006/main">
              <a:ext uri="{FF2B5EF4-FFF2-40B4-BE49-F238E27FC236}">
                <a16:creationId xmlns:a16="http://schemas.microsoft.com/office/drawing/2014/main" id="{342EE372-B8AF-4BC0-B032-C6F96DDD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1771650" cy="18097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DFF5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tx-node-2-title">
            <a:extLst xmlns:a="http://schemas.openxmlformats.org/drawingml/2006/main">
              <a:ext uri="{FF2B5EF4-FFF2-40B4-BE49-F238E27FC236}">
                <a16:creationId xmlns:a16="http://schemas.microsoft.com/office/drawing/2014/main" id="{88685739-9CCF-458B-B9CC-3EB82722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384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相关文档</a:t>
            </a:r>
          </a:p>
        </p:txBody>
      </p:sp>
      <p:sp>
        <p:nvSpPr>
          <p:cNvPr id="17" name="ctx-node-2-body">
            <a:extLst xmlns:a="http://schemas.openxmlformats.org/drawingml/2006/main">
              <a:ext uri="{FF2B5EF4-FFF2-40B4-BE49-F238E27FC236}">
                <a16:creationId xmlns:a16="http://schemas.microsoft.com/office/drawing/2014/main" id="{08FC5B76-4950-44B8-8E75-A9B66400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95600"/>
            <a:ext cx="14097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计划 / 历史 / 分支规则</a:t>
            </a:r>
          </a:p>
        </p:txBody>
      </p:sp>
      <p:sp>
        <p:nvSpPr>
          <p:cNvPr id="18" name="ctx-node-3-box">
            <a:extLst xmlns:a="http://schemas.openxmlformats.org/drawingml/2006/main">
              <a:ext uri="{FF2B5EF4-FFF2-40B4-BE49-F238E27FC236}">
                <a16:creationId xmlns:a16="http://schemas.microsoft.com/office/drawing/2014/main" id="{DD02CA0D-92F1-4E03-B95A-9D6EE2CD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1771650" cy="18097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tx-node-3-title">
            <a:extLst xmlns:a="http://schemas.openxmlformats.org/drawingml/2006/main">
              <a:ext uri="{FF2B5EF4-FFF2-40B4-BE49-F238E27FC236}">
                <a16:creationId xmlns:a16="http://schemas.microsoft.com/office/drawing/2014/main" id="{8764E402-30A3-4EA7-87E9-EE610B86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384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读取回执</a:t>
            </a:r>
          </a:p>
        </p:txBody>
      </p:sp>
      <p:sp>
        <p:nvSpPr>
          <p:cNvPr id="20" name="ctx-node-3-body">
            <a:extLst xmlns:a="http://schemas.openxmlformats.org/drawingml/2006/main">
              <a:ext uri="{FF2B5EF4-FFF2-40B4-BE49-F238E27FC236}">
                <a16:creationId xmlns:a16="http://schemas.microsoft.com/office/drawing/2014/main" id="{BC1D98F7-6ECD-4EB8-8741-ECA3D057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95600"/>
            <a:ext cx="14097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版本、哈希、关键约束</a:t>
            </a:r>
          </a:p>
        </p:txBody>
      </p:sp>
      <p:sp>
        <p:nvSpPr>
          <p:cNvPr id="21" name="ctx-node-4-box">
            <a:extLst xmlns:a="http://schemas.openxmlformats.org/drawingml/2006/main">
              <a:ext uri="{FF2B5EF4-FFF2-40B4-BE49-F238E27FC236}">
                <a16:creationId xmlns:a16="http://schemas.microsoft.com/office/drawing/2014/main" id="{EF567538-DDC8-497A-A116-8AC5C4C9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1771650" cy="18097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tx-node-4-title">
            <a:extLst xmlns:a="http://schemas.openxmlformats.org/drawingml/2006/main">
              <a:ext uri="{FF2B5EF4-FFF2-40B4-BE49-F238E27FC236}">
                <a16:creationId xmlns:a16="http://schemas.microsoft.com/office/drawing/2014/main" id="{68A11CDF-A65A-4F17-9507-13EEA9F6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384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工作上下文</a:t>
            </a:r>
          </a:p>
        </p:txBody>
      </p:sp>
      <p:sp>
        <p:nvSpPr>
          <p:cNvPr id="23" name="ctx-node-4-body">
            <a:extLst xmlns:a="http://schemas.openxmlformats.org/drawingml/2006/main">
              <a:ext uri="{FF2B5EF4-FFF2-40B4-BE49-F238E27FC236}">
                <a16:creationId xmlns:a16="http://schemas.microsoft.com/office/drawing/2014/main" id="{541252A9-B0FB-4C20-8280-ADEE20C5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95600"/>
            <a:ext cx="14097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只保留当前所需</a:t>
            </a:r>
          </a:p>
        </p:txBody>
      </p:sp>
      <p:sp>
        <p:nvSpPr>
          <p:cNvPr id="24" name="ctx-note">
            <a:extLst xmlns:a="http://schemas.openxmlformats.org/drawingml/2006/main">
              <a:ext uri="{FF2B5EF4-FFF2-40B4-BE49-F238E27FC236}">
                <a16:creationId xmlns:a16="http://schemas.microsoft.com/office/drawing/2014/main" id="{4478F154-A5B8-4BF3-964E-5551913F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86300"/>
            <a:ext cx="8686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tx-note-text">
            <a:extLst xmlns:a="http://schemas.openxmlformats.org/drawingml/2006/main">
              <a:ext uri="{FF2B5EF4-FFF2-40B4-BE49-F238E27FC236}">
                <a16:creationId xmlns:a16="http://schemas.microsoft.com/office/drawing/2014/main" id="{29472728-663F-4AC7-884D-0B667803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29175"/>
            <a:ext cx="811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压缩发生后，从仓库恢复关键事实；分支只加载自己的语境</a:t>
            </a:r>
          </a:p>
        </p:txBody>
      </p:sp>
    </p:spTree>
    <p:extLst>
      <p:ext uri="{BB962C8B-B14F-4D97-AF65-F5344CB8AC3E}">
        <p14:creationId xmlns:p14="http://schemas.microsoft.com/office/powerpoint/2010/main" val="9659791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18">
            <a:extLst xmlns:a="http://schemas.openxmlformats.org/drawingml/2006/main">
              <a:ext uri="{FF2B5EF4-FFF2-40B4-BE49-F238E27FC236}">
                <a16:creationId xmlns:a16="http://schemas.microsoft.com/office/drawing/2014/main" id="{42987103-635C-4F43-81BF-7438527E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06 · 计划与人工干预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C4D466D4-4BF0-4A3C-AC85-04BB0D78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先方案，再执行：把方向校准放在成本发生之前</a:t>
            </a:r>
          </a:p>
        </p:txBody>
      </p:sp>
      <p:sp>
        <p:nvSpPr>
          <p:cNvPr id="3" name="rule-18">
            <a:extLst xmlns:a="http://schemas.openxmlformats.org/drawingml/2006/main">
              <a:ext uri="{FF2B5EF4-FFF2-40B4-BE49-F238E27FC236}">
                <a16:creationId xmlns:a16="http://schemas.microsoft.com/office/drawing/2014/main" id="{E952471A-1F72-4173-B9BC-FFEC793D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8">
            <a:extLst xmlns:a="http://schemas.openxmlformats.org/drawingml/2006/main">
              <a:ext uri="{FF2B5EF4-FFF2-40B4-BE49-F238E27FC236}">
                <a16:creationId xmlns:a16="http://schemas.microsoft.com/office/drawing/2014/main" id="{307DCD84-61D0-4DE9-8C8B-8C694C70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plan-sheet-box">
            <a:extLst xmlns:a="http://schemas.openxmlformats.org/drawingml/2006/main">
              <a:ext uri="{FF2B5EF4-FFF2-40B4-BE49-F238E27FC236}">
                <a16:creationId xmlns:a16="http://schemas.microsoft.com/office/drawing/2014/main" id="{1A10EC37-7685-4B90-B806-1C1B6C93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04394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lan-sheet-accent">
            <a:extLst xmlns:a="http://schemas.openxmlformats.org/drawingml/2006/main">
              <a:ext uri="{FF2B5EF4-FFF2-40B4-BE49-F238E27FC236}">
                <a16:creationId xmlns:a16="http://schemas.microsoft.com/office/drawing/2014/main" id="{7EAA81ED-1868-45AE-8498-3FCBE294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n-sheet-title">
            <a:extLst xmlns:a="http://schemas.openxmlformats.org/drawingml/2006/main">
              <a:ext uri="{FF2B5EF4-FFF2-40B4-BE49-F238E27FC236}">
                <a16:creationId xmlns:a16="http://schemas.microsoft.com/office/drawing/2014/main" id="{6C5B86C6-9B3C-4F8D-9C7F-8C61982E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24050"/>
            <a:ext cx="10039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执行前计划单</a:t>
            </a:r>
          </a:p>
        </p:txBody>
      </p:sp>
      <p:sp>
        <p:nvSpPr>
          <p:cNvPr id="8" name="plan-sheet-body">
            <a:extLst xmlns:a="http://schemas.openxmlformats.org/drawingml/2006/main">
              <a:ext uri="{FF2B5EF4-FFF2-40B4-BE49-F238E27FC236}">
                <a16:creationId xmlns:a16="http://schemas.microsoft.com/office/drawing/2014/main" id="{FDE1C542-C7C4-4D08-A571-BF908A0A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100393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① 复述目标与完成标准</a:t>
            </a:r>
          </a:p>
          <a:p xmlns:a="http://schemas.openxmlformats.org/drawingml/2006/main">
            <a:pPr algn="l">
              <a:defRPr sz="18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② 列出关键假设与未知项</a:t>
            </a:r>
          </a:p>
          <a:p xmlns:a="http://schemas.openxmlformats.org/drawingml/2006/main">
            <a:pPr algn="l">
              <a:defRPr sz="18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③ 给出准备修改的文件 / 路径</a:t>
            </a:r>
          </a:p>
          <a:p xmlns:a="http://schemas.openxmlformats.org/drawingml/2006/main">
            <a:pPr algn="l">
              <a:defRPr sz="18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④ 说明验证方式与证据位置</a:t>
            </a:r>
          </a:p>
          <a:p xmlns:a="http://schemas.openxmlformats.org/drawingml/2006/main">
            <a:pPr algn="l">
              <a:defRPr sz="18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⑤ 标出风险、资源与停止条件</a:t>
            </a:r>
          </a:p>
          <a:p xmlns:a="http://schemas.openxmlformats.org/drawingml/2006/main">
            <a:pPr algn="l">
              <a:defRPr sz="18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⑥ 不懂的地方先提问；分支阻塞时提交主线</a:t>
            </a:r>
          </a:p>
        </p:txBody>
      </p:sp>
      <p:sp>
        <p:nvSpPr>
          <p:cNvPr id="9" name="plan-bottom">
            <a:extLst xmlns:a="http://schemas.openxmlformats.org/drawingml/2006/main">
              <a:ext uri="{FF2B5EF4-FFF2-40B4-BE49-F238E27FC236}">
                <a16:creationId xmlns:a16="http://schemas.microsoft.com/office/drawing/2014/main" id="{3985FF74-FAAD-489C-853E-4593C376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626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计划的价值不是“显得完整”，而是让人能够在执行前选择路径。</a:t>
            </a:r>
          </a:p>
        </p:txBody>
      </p:sp>
    </p:spTree>
    <p:extLst>
      <p:ext uri="{BB962C8B-B14F-4D97-AF65-F5344CB8AC3E}">
        <p14:creationId xmlns:p14="http://schemas.microsoft.com/office/powerpoint/2010/main" val="3231685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19">
            <a:extLst xmlns:a="http://schemas.openxmlformats.org/drawingml/2006/main">
              <a:ext uri="{FF2B5EF4-FFF2-40B4-BE49-F238E27FC236}">
                <a16:creationId xmlns:a16="http://schemas.microsoft.com/office/drawing/2014/main" id="{D54B3178-E72D-4C01-A3AD-7A2AB257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06 · 计划与人工干预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88A78DE6-4BCB-4C82-945F-3F241E9B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什么时候应该由人主动换方向？</a:t>
            </a:r>
          </a:p>
        </p:txBody>
      </p:sp>
      <p:sp>
        <p:nvSpPr>
          <p:cNvPr id="3" name="rule-19">
            <a:extLst xmlns:a="http://schemas.openxmlformats.org/drawingml/2006/main">
              <a:ext uri="{FF2B5EF4-FFF2-40B4-BE49-F238E27FC236}">
                <a16:creationId xmlns:a16="http://schemas.microsoft.com/office/drawing/2014/main" id="{5E6459EA-DFCE-47D3-BCC5-E736C4DC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9">
            <a:extLst xmlns:a="http://schemas.openxmlformats.org/drawingml/2006/main">
              <a:ext uri="{FF2B5EF4-FFF2-40B4-BE49-F238E27FC236}">
                <a16:creationId xmlns:a16="http://schemas.microsoft.com/office/drawing/2014/main" id="{134D3347-35AE-4013-9FBF-E21BC38E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cxnSp>
        <p:nvCxnSpPr>
          <p:cNvPr id="24" name="decision-down"/>
          <p:cNvCxnSpPr/>
          <p:nvPr/>
        </p:nvCxnSpPr>
        <p:spPr>
          <a:xfrm xmlns:a="http://schemas.openxmlformats.org/drawingml/2006/main">
            <a:off x="6096000" y="2628900"/>
            <a:ext cx="286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8CDD4"/>
            </a:solidFill>
            <a:prstDash val="solid"/>
          </a:ln>
        </p:spPr>
      </p:cxnSp>
      <p:cxnSp>
        <p:nvCxnSpPr>
          <p:cNvPr id="25" name="decision-branch"/>
          <p:cNvCxnSpPr/>
          <p:nvPr/>
        </p:nvCxnSpPr>
        <p:spPr>
          <a:xfrm xmlns:a="http://schemas.openxmlformats.org/drawingml/2006/main">
            <a:off x="3486150" y="3219450"/>
            <a:ext cx="5219700" cy="286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8CDD4"/>
            </a:solidFill>
            <a:prstDash val="solid"/>
          </a:ln>
        </p:spPr>
      </p:cxnSp>
      <p:cxnSp>
        <p:nvCxnSpPr>
          <p:cNvPr id="26" name="decision-left"/>
          <p:cNvCxnSpPr/>
          <p:nvPr/>
        </p:nvCxnSpPr>
        <p:spPr>
          <a:xfrm xmlns:a="http://schemas.openxmlformats.org/drawingml/2006/main">
            <a:off x="3486150" y="3219450"/>
            <a:ext cx="286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8CDD4"/>
            </a:solidFill>
            <a:prstDash val="solid"/>
          </a:ln>
        </p:spPr>
      </p:cxnSp>
      <p:cxnSp>
        <p:nvCxnSpPr>
          <p:cNvPr id="27" name="decision-right"/>
          <p:cNvCxnSpPr/>
          <p:nvPr/>
        </p:nvCxnSpPr>
        <p:spPr>
          <a:xfrm xmlns:a="http://schemas.openxmlformats.org/drawingml/2006/main">
            <a:off x="8705850" y="3219450"/>
            <a:ext cx="286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C8CDD4"/>
            </a:solidFill>
            <a:prstDash val="solid"/>
          </a:ln>
        </p:spPr>
      </p:cxnSp>
      <p:sp>
        <p:nvSpPr>
          <p:cNvPr id="9" name="decision-q-box">
            <a:extLst xmlns:a="http://schemas.openxmlformats.org/drawingml/2006/main">
              <a:ext uri="{FF2B5EF4-FFF2-40B4-BE49-F238E27FC236}">
                <a16:creationId xmlns:a16="http://schemas.microsoft.com/office/drawing/2014/main" id="{11BB78E0-34A3-480A-BA08-F30EAE6B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4000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cision-q-title">
            <a:extLst xmlns:a="http://schemas.openxmlformats.org/drawingml/2006/main">
              <a:ext uri="{FF2B5EF4-FFF2-40B4-BE49-F238E27FC236}">
                <a16:creationId xmlns:a16="http://schemas.microsoft.com/office/drawing/2014/main" id="{A8D21CE5-EC99-40B2-9758-FD728D06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638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连续尝试是否产生新证据？</a:t>
            </a:r>
          </a:p>
        </p:txBody>
      </p:sp>
      <p:sp>
        <p:nvSpPr>
          <p:cNvPr id="11" name="yes-label">
            <a:extLst xmlns:a="http://schemas.openxmlformats.org/drawingml/2006/main">
              <a:ext uri="{FF2B5EF4-FFF2-40B4-BE49-F238E27FC236}">
                <a16:creationId xmlns:a16="http://schemas.microsoft.com/office/drawing/2014/main" id="{5E007C58-0199-40A8-BAAD-326CB5A2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337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485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4855A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12" name="no-label">
            <a:extLst xmlns:a="http://schemas.openxmlformats.org/drawingml/2006/main">
              <a:ext uri="{FF2B5EF4-FFF2-40B4-BE49-F238E27FC236}">
                <a16:creationId xmlns:a16="http://schemas.microsoft.com/office/drawing/2014/main" id="{58453F81-504E-4AE5-B208-B691D04F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337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13" name="decision-go-box">
            <a:extLst xmlns:a="http://schemas.openxmlformats.org/drawingml/2006/main">
              <a:ext uri="{FF2B5EF4-FFF2-40B4-BE49-F238E27FC236}">
                <a16:creationId xmlns:a16="http://schemas.microsoft.com/office/drawing/2014/main" id="{8AAF30F8-909D-4220-A89D-C8FEF8CB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43350"/>
            <a:ext cx="4000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ecision-go-title">
            <a:extLst xmlns:a="http://schemas.openxmlformats.org/drawingml/2006/main">
              <a:ext uri="{FF2B5EF4-FFF2-40B4-BE49-F238E27FC236}">
                <a16:creationId xmlns:a16="http://schemas.microsoft.com/office/drawing/2014/main" id="{DC753AF2-737B-4D15-AC6B-CA3A5405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148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继续，但保持边界</a:t>
            </a:r>
          </a:p>
        </p:txBody>
      </p:sp>
      <p:sp>
        <p:nvSpPr>
          <p:cNvPr id="15" name="decision-go-body">
            <a:extLst xmlns:a="http://schemas.openxmlformats.org/drawingml/2006/main">
              <a:ext uri="{FF2B5EF4-FFF2-40B4-BE49-F238E27FC236}">
                <a16:creationId xmlns:a16="http://schemas.microsoft.com/office/drawing/2014/main" id="{74BAB037-49E7-4F7E-AC72-D22324D1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0"/>
            <a:ext cx="3638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限定下一轮目标、成本与验证；避免无上限搜索。</a:t>
            </a:r>
          </a:p>
        </p:txBody>
      </p:sp>
      <p:sp>
        <p:nvSpPr>
          <p:cNvPr id="16" name="decision-switch-box">
            <a:extLst xmlns:a="http://schemas.openxmlformats.org/drawingml/2006/main">
              <a:ext uri="{FF2B5EF4-FFF2-40B4-BE49-F238E27FC236}">
                <a16:creationId xmlns:a16="http://schemas.microsoft.com/office/drawing/2014/main" id="{5DEAABBE-D8FB-491A-A528-16F6F697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43350"/>
            <a:ext cx="4000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FF5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ecision-switch-title">
            <a:extLst xmlns:a="http://schemas.openxmlformats.org/drawingml/2006/main">
              <a:ext uri="{FF2B5EF4-FFF2-40B4-BE49-F238E27FC236}">
                <a16:creationId xmlns:a16="http://schemas.microsoft.com/office/drawing/2014/main" id="{28DFFAD2-3E88-47A7-A466-F60971C3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148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人介入，重新定义路径</a:t>
            </a:r>
          </a:p>
        </p:txBody>
      </p:sp>
      <p:sp>
        <p:nvSpPr>
          <p:cNvPr id="18" name="decision-switch-body">
            <a:extLst xmlns:a="http://schemas.openxmlformats.org/drawingml/2006/main">
              <a:ext uri="{FF2B5EF4-FFF2-40B4-BE49-F238E27FC236}">
                <a16:creationId xmlns:a16="http://schemas.microsoft.com/office/drawing/2014/main" id="{8E41EDD8-9EC8-45E2-B96F-F7FA7D2D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72000"/>
            <a:ext cx="3638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检查消费链、换测试、补知识、缩小问题，或直接终止该路线。</a:t>
            </a:r>
          </a:p>
        </p:txBody>
      </p:sp>
      <p:sp>
        <p:nvSpPr>
          <p:cNvPr id="19" name="decision-signals">
            <a:extLst xmlns:a="http://schemas.openxmlformats.org/drawingml/2006/main">
              <a:ext uri="{FF2B5EF4-FFF2-40B4-BE49-F238E27FC236}">
                <a16:creationId xmlns:a16="http://schemas.microsoft.com/office/drawing/2014/main" id="{32C7A6CE-31B1-47F5-9141-D20C93DE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53100"/>
            <a:ext cx="994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警示信号：成本持续上升｜只改实现细节｜测试无法区分对错｜失败点来回漂移</a:t>
            </a:r>
          </a:p>
        </p:txBody>
      </p:sp>
    </p:spTree>
    <p:extLst>
      <p:ext uri="{BB962C8B-B14F-4D97-AF65-F5344CB8AC3E}">
        <p14:creationId xmlns:p14="http://schemas.microsoft.com/office/powerpoint/2010/main" val="42092554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9984B61-68A9-409E-8887-7E189F74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65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61D8502-7467-40BD-B517-5B771CCA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项目案例：最初为什么反复迭代仍然效果不佳？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A41774EB-527E-4FB3-AF56-CBA08F9F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F4D723FC-53FD-4065-B311-BF493A79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E3103DD-9119-4B0C-AFA1-2C103F97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7561226-10AA-4429-BAC8-53136AC8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第一步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A1DAE74-CD8E-4879-8BED-B36AEDB1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第二步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A567D2C0-F73A-49BE-9A49-F0DA7883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第三步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8D11731F-C546-49D1-9881-9BA54CEC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模仿已有 JSON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根据前面配置直接生成新算子 JSON。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CED2EC8-C2F7-4DF8-B2AD-71BBDA3F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读取 ONNX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从模型与计算步骤理解算子行为。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0EF297B4-3D49-4A14-9A08-6F466164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上传测试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依赖运行结果继续修改配置。</a:t>
            </a:r>
          </a:p>
        </p:txBody>
      </p:sp>
    </p:spTree>
    <p:extLst>
      <p:ext uri="{BB962C8B-B14F-4D97-AF65-F5344CB8AC3E}">
        <p14:creationId xmlns:p14="http://schemas.microsoft.com/office/powerpoint/2010/main" val="5725146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-21">
            <a:extLst xmlns:a="http://schemas.openxmlformats.org/drawingml/2006/main">
              <a:ext uri="{FF2B5EF4-FFF2-40B4-BE49-F238E27FC236}">
                <a16:creationId xmlns:a16="http://schemas.microsoft.com/office/drawing/2014/main" id="{03F144A6-14E1-4194-B6F5-9F00FBDE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07 · 项目案例</a:t>
            </a:r>
          </a:p>
        </p:txBody>
      </p:sp>
      <p:sp>
        <p:nvSpPr>
          <p:cNvPr id="2" name="title-21">
            <a:extLst xmlns:a="http://schemas.openxmlformats.org/drawingml/2006/main">
              <a:ext uri="{FF2B5EF4-FFF2-40B4-BE49-F238E27FC236}">
                <a16:creationId xmlns:a16="http://schemas.microsoft.com/office/drawing/2014/main" id="{54F4E0ED-FD97-4763-A305-BB5C2064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补齐“配置如何被硬件消费”的因果链</a:t>
            </a:r>
          </a:p>
        </p:txBody>
      </p:sp>
      <p:sp>
        <p:nvSpPr>
          <p:cNvPr id="3" name="rule-21">
            <a:extLst xmlns:a="http://schemas.openxmlformats.org/drawingml/2006/main">
              <a:ext uri="{FF2B5EF4-FFF2-40B4-BE49-F238E27FC236}">
                <a16:creationId xmlns:a16="http://schemas.microsoft.com/office/drawing/2014/main" id="{44AE3432-EA6A-4EC9-965C-2578354E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1">
            <a:extLst xmlns:a="http://schemas.openxmlformats.org/drawingml/2006/main">
              <a:ext uri="{FF2B5EF4-FFF2-40B4-BE49-F238E27FC236}">
                <a16:creationId xmlns:a16="http://schemas.microsoft.com/office/drawing/2014/main" id="{27AC9F9F-1595-4AB6-AEC4-EF5A17B5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5" name="case-arrow-0">
            <a:extLst xmlns:a="http://schemas.openxmlformats.org/drawingml/2006/main">
              <a:ext uri="{FF2B5EF4-FFF2-40B4-BE49-F238E27FC236}">
                <a16:creationId xmlns:a16="http://schemas.microsoft.com/office/drawing/2014/main" id="{EED7FD5C-851D-44A1-A27B-D01C6A27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289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se-arrow-1">
            <a:extLst xmlns:a="http://schemas.openxmlformats.org/drawingml/2006/main">
              <a:ext uri="{FF2B5EF4-FFF2-40B4-BE49-F238E27FC236}">
                <a16:creationId xmlns:a16="http://schemas.microsoft.com/office/drawing/2014/main" id="{6E3B6DD5-35D2-4B46-961D-0F0BE08F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289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se-arrow-2">
            <a:extLst xmlns:a="http://schemas.openxmlformats.org/drawingml/2006/main">
              <a:ext uri="{FF2B5EF4-FFF2-40B4-BE49-F238E27FC236}">
                <a16:creationId xmlns:a16="http://schemas.microsoft.com/office/drawing/2014/main" id="{11A285AB-2B72-4783-AEE6-7BEE42D5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289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se-arrow-3">
            <a:extLst xmlns:a="http://schemas.openxmlformats.org/drawingml/2006/main">
              <a:ext uri="{FF2B5EF4-FFF2-40B4-BE49-F238E27FC236}">
                <a16:creationId xmlns:a16="http://schemas.microsoft.com/office/drawing/2014/main" id="{C4022779-F45E-490B-B471-1F2D734A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se-arrow-4">
            <a:extLst xmlns:a="http://schemas.openxmlformats.org/drawingml/2006/main">
              <a:ext uri="{FF2B5EF4-FFF2-40B4-BE49-F238E27FC236}">
                <a16:creationId xmlns:a16="http://schemas.microsoft.com/office/drawing/2014/main" id="{8555A46D-D76F-4889-863E-C2B20E5F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se-arrow-5">
            <a:extLst xmlns:a="http://schemas.openxmlformats.org/drawingml/2006/main">
              <a:ext uri="{FF2B5EF4-FFF2-40B4-BE49-F238E27FC236}">
                <a16:creationId xmlns:a16="http://schemas.microsoft.com/office/drawing/2014/main" id="{2F6FFEB5-DCCD-4FB2-8BD2-BBB1D568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289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se-node-0-box">
            <a:extLst xmlns:a="http://schemas.openxmlformats.org/drawingml/2006/main">
              <a:ext uri="{FF2B5EF4-FFF2-40B4-BE49-F238E27FC236}">
                <a16:creationId xmlns:a16="http://schemas.microsoft.com/office/drawing/2014/main" id="{736D0C46-5FEF-4E1D-B113-7543F778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190750"/>
            <a:ext cx="1295400" cy="18859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se-node-0-title">
            <a:extLst xmlns:a="http://schemas.openxmlformats.org/drawingml/2006/main">
              <a:ext uri="{FF2B5EF4-FFF2-40B4-BE49-F238E27FC236}">
                <a16:creationId xmlns:a16="http://schemas.microsoft.com/office/drawing/2014/main" id="{A051D366-A4CC-4EEF-945D-061E72FD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ONNX</a:t>
            </a:r>
          </a:p>
        </p:txBody>
      </p:sp>
      <p:sp>
        <p:nvSpPr>
          <p:cNvPr id="13" name="case-node-0-body">
            <a:extLst xmlns:a="http://schemas.openxmlformats.org/drawingml/2006/main">
              <a:ext uri="{FF2B5EF4-FFF2-40B4-BE49-F238E27FC236}">
                <a16:creationId xmlns:a16="http://schemas.microsoft.com/office/drawing/2014/main" id="{88D56570-E9FA-449C-8617-52BB8A78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933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模型语义</a:t>
            </a:r>
          </a:p>
        </p:txBody>
      </p:sp>
      <p:sp>
        <p:nvSpPr>
          <p:cNvPr id="14" name="case-node-1-box">
            <a:extLst xmlns:a="http://schemas.openxmlformats.org/drawingml/2006/main">
              <a:ext uri="{FF2B5EF4-FFF2-40B4-BE49-F238E27FC236}">
                <a16:creationId xmlns:a16="http://schemas.microsoft.com/office/drawing/2014/main" id="{70943D94-8D05-47F2-BFC7-5B1EDBC3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190750"/>
            <a:ext cx="1295400" cy="18859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node-1-title">
            <a:extLst xmlns:a="http://schemas.openxmlformats.org/drawingml/2006/main">
              <a:ext uri="{FF2B5EF4-FFF2-40B4-BE49-F238E27FC236}">
                <a16:creationId xmlns:a16="http://schemas.microsoft.com/office/drawing/2014/main" id="{E31FA7C4-E2F9-48B5-A08E-A017C82C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62200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计算步骤</a:t>
            </a:r>
          </a:p>
        </p:txBody>
      </p:sp>
      <p:sp>
        <p:nvSpPr>
          <p:cNvPr id="16" name="case-node-1-body">
            <a:extLst xmlns:a="http://schemas.openxmlformats.org/drawingml/2006/main">
              <a:ext uri="{FF2B5EF4-FFF2-40B4-BE49-F238E27FC236}">
                <a16:creationId xmlns:a16="http://schemas.microsoft.com/office/drawing/2014/main" id="{5684E40C-67AD-4751-AFA0-7F0B7543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19400"/>
            <a:ext cx="933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公式与量化</a:t>
            </a:r>
          </a:p>
        </p:txBody>
      </p:sp>
      <p:sp>
        <p:nvSpPr>
          <p:cNvPr id="17" name="case-node-2-box">
            <a:extLst xmlns:a="http://schemas.openxmlformats.org/drawingml/2006/main">
              <a:ext uri="{FF2B5EF4-FFF2-40B4-BE49-F238E27FC236}">
                <a16:creationId xmlns:a16="http://schemas.microsoft.com/office/drawing/2014/main" id="{47B4A912-1E51-4D65-A64C-6D19EBC2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90750"/>
            <a:ext cx="1295400" cy="18859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se-node-2-title">
            <a:extLst xmlns:a="http://schemas.openxmlformats.org/drawingml/2006/main">
              <a:ext uri="{FF2B5EF4-FFF2-40B4-BE49-F238E27FC236}">
                <a16:creationId xmlns:a16="http://schemas.microsoft.com/office/drawing/2014/main" id="{78CDBCC2-DF7E-4250-A467-88F6A230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62200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5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算子 JSON</a:t>
            </a:r>
          </a:p>
        </p:txBody>
      </p:sp>
      <p:sp>
        <p:nvSpPr>
          <p:cNvPr id="19" name="case-node-2-body">
            <a:extLst xmlns:a="http://schemas.openxmlformats.org/drawingml/2006/main">
              <a:ext uri="{FF2B5EF4-FFF2-40B4-BE49-F238E27FC236}">
                <a16:creationId xmlns:a16="http://schemas.microsoft.com/office/drawing/2014/main" id="{665E49B9-DCEB-4859-ACD2-ABA65633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19400"/>
            <a:ext cx="933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字段配置</a:t>
            </a:r>
          </a:p>
        </p:txBody>
      </p:sp>
      <p:sp>
        <p:nvSpPr>
          <p:cNvPr id="20" name="case-node-3-box">
            <a:extLst xmlns:a="http://schemas.openxmlformats.org/drawingml/2006/main">
              <a:ext uri="{FF2B5EF4-FFF2-40B4-BE49-F238E27FC236}">
                <a16:creationId xmlns:a16="http://schemas.microsoft.com/office/drawing/2014/main" id="{F9AB8F61-42E4-48A0-A134-ACABFAFA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1295400" cy="18859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DFF5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se-node-3-title">
            <a:extLst xmlns:a="http://schemas.openxmlformats.org/drawingml/2006/main">
              <a:ext uri="{FF2B5EF4-FFF2-40B4-BE49-F238E27FC236}">
                <a16:creationId xmlns:a16="http://schemas.microsoft.com/office/drawing/2014/main" id="{70348AA9-1219-41C2-B77B-A7EAA924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62200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Mapper /</a:t>
            </a:r>
          </a:p>
          <a:p xmlns:a="http://schemas.openxmlformats.org/drawingml/2006/main">
            <a:pPr algn="ctr">
              <a:defRPr sz="12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Encoder</a:t>
            </a:r>
          </a:p>
        </p:txBody>
      </p:sp>
      <p:sp>
        <p:nvSpPr>
          <p:cNvPr id="22" name="case-node-3-body">
            <a:extLst xmlns:a="http://schemas.openxmlformats.org/drawingml/2006/main">
              <a:ext uri="{FF2B5EF4-FFF2-40B4-BE49-F238E27FC236}">
                <a16:creationId xmlns:a16="http://schemas.microsoft.com/office/drawing/2014/main" id="{A01920B2-232A-40DA-9391-11678287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19400"/>
            <a:ext cx="933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映射与编码</a:t>
            </a:r>
          </a:p>
        </p:txBody>
      </p:sp>
      <p:sp>
        <p:nvSpPr>
          <p:cNvPr id="23" name="case-node-4-box">
            <a:extLst xmlns:a="http://schemas.openxmlformats.org/drawingml/2006/main">
              <a:ext uri="{FF2B5EF4-FFF2-40B4-BE49-F238E27FC236}">
                <a16:creationId xmlns:a16="http://schemas.microsoft.com/office/drawing/2014/main" id="{6A97AF66-C77F-4579-B348-A271ADB4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90750"/>
            <a:ext cx="1295400" cy="18859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se-node-4-title">
            <a:extLst xmlns:a="http://schemas.openxmlformats.org/drawingml/2006/main">
              <a:ext uri="{FF2B5EF4-FFF2-40B4-BE49-F238E27FC236}">
                <a16:creationId xmlns:a16="http://schemas.microsoft.com/office/drawing/2014/main" id="{A86F311D-AFDF-49C7-9DD2-10F8ECBE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Bitstream</a:t>
            </a:r>
          </a:p>
        </p:txBody>
      </p:sp>
      <p:sp>
        <p:nvSpPr>
          <p:cNvPr id="25" name="case-node-4-body">
            <a:extLst xmlns:a="http://schemas.openxmlformats.org/drawingml/2006/main">
              <a:ext uri="{FF2B5EF4-FFF2-40B4-BE49-F238E27FC236}">
                <a16:creationId xmlns:a16="http://schemas.microsoft.com/office/drawing/2014/main" id="{CC50AB98-194C-48AB-B0E7-4608A043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19400"/>
            <a:ext cx="933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硬件指令</a:t>
            </a:r>
          </a:p>
        </p:txBody>
      </p:sp>
      <p:sp>
        <p:nvSpPr>
          <p:cNvPr id="26" name="case-node-5-box">
            <a:extLst xmlns:a="http://schemas.openxmlformats.org/drawingml/2006/main">
              <a:ext uri="{FF2B5EF4-FFF2-40B4-BE49-F238E27FC236}">
                <a16:creationId xmlns:a16="http://schemas.microsoft.com/office/drawing/2014/main" id="{66877641-237B-49DC-B356-9CE9D1A1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90750"/>
            <a:ext cx="1295400" cy="18859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ase-node-5-title">
            <a:extLst xmlns:a="http://schemas.openxmlformats.org/drawingml/2006/main">
              <a:ext uri="{FF2B5EF4-FFF2-40B4-BE49-F238E27FC236}">
                <a16:creationId xmlns:a16="http://schemas.microsoft.com/office/drawing/2014/main" id="{9ACB8375-BA67-4297-9547-9460E568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62200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Execplan /</a:t>
            </a:r>
          </a:p>
          <a:p xmlns:a="http://schemas.openxmlformats.org/drawingml/2006/main">
            <a:pPr algn="ctr">
              <a:defRPr sz="12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SCA</a:t>
            </a:r>
          </a:p>
        </p:txBody>
      </p:sp>
      <p:sp>
        <p:nvSpPr>
          <p:cNvPr id="28" name="case-node-5-body">
            <a:extLst xmlns:a="http://schemas.openxmlformats.org/drawingml/2006/main">
              <a:ext uri="{FF2B5EF4-FFF2-40B4-BE49-F238E27FC236}">
                <a16:creationId xmlns:a16="http://schemas.microsoft.com/office/drawing/2014/main" id="{348B9946-5496-46F1-8B9A-7DD52AEB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19400"/>
            <a:ext cx="933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运行与回读</a:t>
            </a:r>
          </a:p>
        </p:txBody>
      </p:sp>
      <p:sp>
        <p:nvSpPr>
          <p:cNvPr id="29" name="case-node-6-box">
            <a:extLst xmlns:a="http://schemas.openxmlformats.org/drawingml/2006/main">
              <a:ext uri="{FF2B5EF4-FFF2-40B4-BE49-F238E27FC236}">
                <a16:creationId xmlns:a16="http://schemas.microsoft.com/office/drawing/2014/main" id="{3482DBC1-5755-4707-9153-873F8957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90750"/>
            <a:ext cx="1295400" cy="18859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DFF5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se-node-6-title">
            <a:extLst xmlns:a="http://schemas.openxmlformats.org/drawingml/2006/main">
              <a:ext uri="{FF2B5EF4-FFF2-40B4-BE49-F238E27FC236}">
                <a16:creationId xmlns:a16="http://schemas.microsoft.com/office/drawing/2014/main" id="{6A08BB26-1A3C-45B3-A46A-00F89170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62200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RTL</a:t>
            </a:r>
          </a:p>
        </p:txBody>
      </p:sp>
      <p:sp>
        <p:nvSpPr>
          <p:cNvPr id="31" name="case-node-6-body">
            <a:extLst xmlns:a="http://schemas.openxmlformats.org/drawingml/2006/main">
              <a:ext uri="{FF2B5EF4-FFF2-40B4-BE49-F238E27FC236}">
                <a16:creationId xmlns:a16="http://schemas.microsoft.com/office/drawing/2014/main" id="{0CF4BC23-6814-470A-9AA5-468CEEE8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19400"/>
            <a:ext cx="933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字段消费</a:t>
            </a:r>
          </a:p>
        </p:txBody>
      </p:sp>
      <p:sp>
        <p:nvSpPr>
          <p:cNvPr id="32" name="case-key">
            <a:extLst xmlns:a="http://schemas.openxmlformats.org/drawingml/2006/main">
              <a:ext uri="{FF2B5EF4-FFF2-40B4-BE49-F238E27FC236}">
                <a16:creationId xmlns:a16="http://schemas.microsoft.com/office/drawing/2014/main" id="{B04689CA-3965-4828-B640-1768E49B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24400"/>
            <a:ext cx="8877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ase-key-text">
            <a:extLst xmlns:a="http://schemas.openxmlformats.org/drawingml/2006/main">
              <a:ext uri="{FF2B5EF4-FFF2-40B4-BE49-F238E27FC236}">
                <a16:creationId xmlns:a16="http://schemas.microsoft.com/office/drawing/2014/main" id="{81B242B8-4308-4336-8197-4731362C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57750"/>
            <a:ext cx="826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不是“再给更多文档”，而是补齐每一层如何消费上一层</a:t>
            </a:r>
          </a:p>
        </p:txBody>
      </p:sp>
    </p:spTree>
    <p:extLst>
      <p:ext uri="{BB962C8B-B14F-4D97-AF65-F5344CB8AC3E}">
        <p14:creationId xmlns:p14="http://schemas.microsoft.com/office/powerpoint/2010/main" val="18932617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2B4888AC-1196-4547-9F82-954930ED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D84742C9-9549-439F-B79D-649AE48F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5768B43-0E77-4E83-9F03-25140BB6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9CF044B4-4B18-4535-86D1-8A464CCD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65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93775D61-41D3-4F44-92F7-9C9F50CA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补齐因果链后，问题开始真正收敛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EA10E47-8C13-41F0-9A80-65F42D82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有效迭代后
路线明显收敛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C7CED77-7847-4506-87DC-62EB0DE9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RTL 问题
被独立发现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EFF44F41-FDA5-4AFA-A3C1-5C0F3235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Dequant 算子
写出并验证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4505261-76B7-4AAD-970F-CABD7D8A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约 5 轮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A04E8605-BA29-4CEE-B185-C42AA385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1 个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5E7AC960-0CDB-4C21-8CD4-8B5C9CE7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多个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7907E69D-D52A-4A26-AC1B-D323E79F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从“猜字段”变成“沿消费链验证”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规则文件保存了各层关系，后续尝试能够定位是配置、映射、执行还是 RTL 的问题。</a:t>
            </a:r>
          </a:p>
        </p:txBody>
      </p:sp>
    </p:spTree>
    <p:extLst>
      <p:ext uri="{BB962C8B-B14F-4D97-AF65-F5344CB8AC3E}">
        <p14:creationId xmlns:p14="http://schemas.microsoft.com/office/powerpoint/2010/main" val="5537749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36DAA2B-AFB5-4509-AB6A-024FE011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65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2" name="Title-7-3">
            <a:extLst xmlns:a="http://schemas.openxmlformats.org/drawingml/2006/main">
              <a:ext uri="{FF2B5EF4-FFF2-40B4-BE49-F238E27FC236}">
                <a16:creationId xmlns:a16="http://schemas.microsoft.com/office/drawing/2014/main" id="{5028EAE8-6743-42AA-B22F-0F272F43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65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减少随机性：约束从强到弱</a:t>
            </a:r>
          </a:p>
        </p:txBody>
      </p:sp>
      <p:sp>
        <p:nvSpPr>
          <p:cNvPr id="3" name="Rounded-Rectangle-4-4">
            <a:extLst xmlns:a="http://schemas.openxmlformats.org/drawingml/2006/main">
              <a:ext uri="{FF2B5EF4-FFF2-40B4-BE49-F238E27FC236}">
                <a16:creationId xmlns:a16="http://schemas.microsoft.com/office/drawing/2014/main" id="{CCA41D13-1AFB-4B64-88CA-F10A8F5B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8-5">
            <a:extLst xmlns:a="http://schemas.openxmlformats.org/drawingml/2006/main">
              <a:ext uri="{FF2B5EF4-FFF2-40B4-BE49-F238E27FC236}">
                <a16:creationId xmlns:a16="http://schemas.microsoft.com/office/drawing/2014/main" id="{2745F65E-9061-458C-B5AC-06A20337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00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4855A"/>
                </a:solidFill>
                <a:latin typeface="Microsoft YaHei"/>
                <a:ea typeface="Microsoft YaHei"/>
                <a:cs typeface="Microsoft YaHei"/>
              </a:rPr>
              <a:t>最稳定</a:t>
            </a:r>
          </a:p>
        </p:txBody>
      </p:sp>
      <p:sp>
        <p:nvSpPr>
          <p:cNvPr id="5" name="Content-Placeholder-8-6">
            <a:extLst xmlns:a="http://schemas.openxmlformats.org/drawingml/2006/main">
              <a:ext uri="{FF2B5EF4-FFF2-40B4-BE49-F238E27FC236}">
                <a16:creationId xmlns:a16="http://schemas.microsoft.com/office/drawing/2014/main" id="{74C44C66-171A-4679-A025-375CAA6A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00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强</a:t>
            </a:r>
          </a:p>
        </p:txBody>
      </p:sp>
      <p:sp>
        <p:nvSpPr>
          <p:cNvPr id="6" name="Content-Placeholder-8-7">
            <a:extLst xmlns:a="http://schemas.openxmlformats.org/drawingml/2006/main">
              <a:ext uri="{FF2B5EF4-FFF2-40B4-BE49-F238E27FC236}">
                <a16:creationId xmlns:a16="http://schemas.microsoft.com/office/drawing/2014/main" id="{F177752A-FD13-42D4-BEC5-A2C29B97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32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Rounded-Rectangle-1-9">
            <a:extLst xmlns:a="http://schemas.openxmlformats.org/drawingml/2006/main">
              <a:ext uri="{FF2B5EF4-FFF2-40B4-BE49-F238E27FC236}">
                <a16:creationId xmlns:a16="http://schemas.microsoft.com/office/drawing/2014/main" id="{F2E7205B-30D0-41F3-B186-96984239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10">
            <a:extLst xmlns:a="http://schemas.openxmlformats.org/drawingml/2006/main">
              <a:ext uri="{FF2B5EF4-FFF2-40B4-BE49-F238E27FC236}">
                <a16:creationId xmlns:a16="http://schemas.microsoft.com/office/drawing/2014/main" id="{7F394EF2-34C5-4A29-95F8-CA3A5F25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2316004"/>
            <a:ext cx="3068669" cy="20400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规则文件约束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可持续加载、可版本化，但仍需要定时重读与回执。</a:t>
            </a:r>
          </a:p>
        </p:txBody>
      </p:sp>
      <p:sp>
        <p:nvSpPr>
          <p:cNvPr id="9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9110D548-BCCC-410F-A814-7DCB9A2E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中等</a:t>
            </a:r>
          </a:p>
        </p:txBody>
      </p:sp>
      <p:sp>
        <p:nvSpPr>
          <p:cNvPr id="10" name="Content-Placeholder-8-12">
            <a:extLst xmlns:a="http://schemas.openxmlformats.org/drawingml/2006/main">
              <a:ext uri="{FF2B5EF4-FFF2-40B4-BE49-F238E27FC236}">
                <a16:creationId xmlns:a16="http://schemas.microsoft.com/office/drawing/2014/main" id="{4EFBE6FD-1736-48D3-9529-D1DBDEA1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11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5ACA5E19-1F90-46BA-996B-5B305D6A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" name="Rounded-Rectangle-12-15">
            <a:extLst xmlns:a="http://schemas.openxmlformats.org/drawingml/2006/main">
              <a:ext uri="{FF2B5EF4-FFF2-40B4-BE49-F238E27FC236}">
                <a16:creationId xmlns:a16="http://schemas.microsoft.com/office/drawing/2014/main" id="{6967D882-7A75-441F-997A-8B0F2766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32" y="2031968"/>
            <a:ext cx="3568732" cy="39624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3" name="Content-Placeholder-8-16">
            <a:extLst xmlns:a="http://schemas.openxmlformats.org/drawingml/2006/main">
              <a:ext uri="{FF2B5EF4-FFF2-40B4-BE49-F238E27FC236}">
                <a16:creationId xmlns:a16="http://schemas.microsoft.com/office/drawing/2014/main" id="{8D87CDDC-B85E-4A6F-A7D3-DA079374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2316004"/>
            <a:ext cx="3068669" cy="20400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用户口头约束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表达最快，却最容易在长任务和多次压缩后被忘记。</a:t>
            </a:r>
          </a:p>
        </p:txBody>
      </p:sp>
      <p:sp>
        <p:nvSpPr>
          <p:cNvPr id="14" name="Content-Placeholder-8-17">
            <a:extLst xmlns:a="http://schemas.openxmlformats.org/drawingml/2006/main">
              <a:ext uri="{FF2B5EF4-FFF2-40B4-BE49-F238E27FC236}">
                <a16:creationId xmlns:a16="http://schemas.microsoft.com/office/drawing/2014/main" id="{7CB7B697-8BAB-4747-8216-3E4118FD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4784312"/>
            <a:ext cx="3068669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D94B4B"/>
                </a:solidFill>
                <a:latin typeface="Microsoft YaHei"/>
                <a:ea typeface="Microsoft YaHei"/>
                <a:cs typeface="Microsoft YaHei"/>
              </a:rPr>
              <a:t>最易丢失</a:t>
            </a:r>
          </a:p>
        </p:txBody>
      </p:sp>
      <p:sp>
        <p:nvSpPr>
          <p:cNvPr id="15" name="Content-Placeholder-8-18">
            <a:extLst xmlns:a="http://schemas.openxmlformats.org/drawingml/2006/main">
              <a:ext uri="{FF2B5EF4-FFF2-40B4-BE49-F238E27FC236}">
                <a16:creationId xmlns:a16="http://schemas.microsoft.com/office/drawing/2014/main" id="{F557B915-4EC6-4834-AA16-A525A6C3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63" y="5282184"/>
            <a:ext cx="1705737" cy="481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弱</a:t>
            </a:r>
          </a:p>
        </p:txBody>
      </p:sp>
      <p:sp>
        <p:nvSpPr>
          <p:cNvPr id="16" name="Content-Placeholder-8-19">
            <a:extLst xmlns:a="http://schemas.openxmlformats.org/drawingml/2006/main">
              <a:ext uri="{FF2B5EF4-FFF2-40B4-BE49-F238E27FC236}">
                <a16:creationId xmlns:a16="http://schemas.microsoft.com/office/drawing/2014/main" id="{242EB566-82A8-452D-9B93-4B44C578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24773"/>
            <a:ext cx="1362837" cy="212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7" name="Content-Placeholder-8-21">
            <a:extLst xmlns:a="http://schemas.openxmlformats.org/drawingml/2006/main">
              <a:ext uri="{FF2B5EF4-FFF2-40B4-BE49-F238E27FC236}">
                <a16:creationId xmlns:a16="http://schemas.microsoft.com/office/drawing/2014/main" id="{C316BA82-E35C-471C-A54D-E6A70F31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76" y="2316194"/>
            <a:ext cx="3070193" cy="20399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代码硬约束</a:t>
            </a:r>
          </a:p>
          <a:p xmlns:a="http://schemas.openxmlformats.org/drawingml/2006/main">
            <a:pPr algn="l">
              <a:lnSpc>
                <a:spcPct val="118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自动校验、门禁、固定接口，以及 fail-closed 机制。</a:t>
            </a:r>
          </a:p>
        </p:txBody>
      </p:sp>
    </p:spTree>
    <p:extLst>
      <p:ext uri="{BB962C8B-B14F-4D97-AF65-F5344CB8AC3E}">
        <p14:creationId xmlns:p14="http://schemas.microsoft.com/office/powerpoint/2010/main" val="81304280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24">
            <a:extLst xmlns:a="http://schemas.openxmlformats.org/drawingml/2006/main">
              <a:ext uri="{FF2B5EF4-FFF2-40B4-BE49-F238E27FC236}">
                <a16:creationId xmlns:a16="http://schemas.microsoft.com/office/drawing/2014/main" id="{10BE1258-207C-4C5D-B4EE-A53AC220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08 · 降低随机性</a:t>
            </a:r>
          </a:p>
        </p:txBody>
      </p:sp>
      <p:sp>
        <p:nvSpPr>
          <p:cNvPr id="2" name="title-24">
            <a:extLst xmlns:a="http://schemas.openxmlformats.org/drawingml/2006/main">
              <a:ext uri="{FF2B5EF4-FFF2-40B4-BE49-F238E27FC236}">
                <a16:creationId xmlns:a16="http://schemas.microsoft.com/office/drawing/2014/main" id="{0E0BBC07-A98C-4542-96B3-32703A6B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让每次成功与失败都改变下一次表现</a:t>
            </a:r>
          </a:p>
        </p:txBody>
      </p:sp>
      <p:sp>
        <p:nvSpPr>
          <p:cNvPr id="3" name="rule-24">
            <a:extLst xmlns:a="http://schemas.openxmlformats.org/drawingml/2006/main">
              <a:ext uri="{FF2B5EF4-FFF2-40B4-BE49-F238E27FC236}">
                <a16:creationId xmlns:a16="http://schemas.microsoft.com/office/drawing/2014/main" id="{65868FE0-A02F-4071-AEC7-8555D592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4">
            <a:extLst xmlns:a="http://schemas.openxmlformats.org/drawingml/2006/main">
              <a:ext uri="{FF2B5EF4-FFF2-40B4-BE49-F238E27FC236}">
                <a16:creationId xmlns:a16="http://schemas.microsoft.com/office/drawing/2014/main" id="{83E4311E-C3FA-4C8E-A1AD-FA5D0364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5" name="learn-arrow-0">
            <a:extLst xmlns:a="http://schemas.openxmlformats.org/drawingml/2006/main">
              <a:ext uri="{FF2B5EF4-FFF2-40B4-BE49-F238E27FC236}">
                <a16:creationId xmlns:a16="http://schemas.microsoft.com/office/drawing/2014/main" id="{778C5B3F-8BF7-4728-88A9-2783DA96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76575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earn-arrow-1">
            <a:extLst xmlns:a="http://schemas.openxmlformats.org/drawingml/2006/main">
              <a:ext uri="{FF2B5EF4-FFF2-40B4-BE49-F238E27FC236}">
                <a16:creationId xmlns:a16="http://schemas.microsoft.com/office/drawing/2014/main" id="{0C04491C-B4D7-40ED-890F-5F313532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earn-arrow-2">
            <a:extLst xmlns:a="http://schemas.openxmlformats.org/drawingml/2006/main">
              <a:ext uri="{FF2B5EF4-FFF2-40B4-BE49-F238E27FC236}">
                <a16:creationId xmlns:a16="http://schemas.microsoft.com/office/drawing/2014/main" id="{D37EC1BF-51F9-4636-B96D-1765B0FE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76575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arn-arrow-3">
            <a:extLst xmlns:a="http://schemas.openxmlformats.org/drawingml/2006/main">
              <a:ext uri="{FF2B5EF4-FFF2-40B4-BE49-F238E27FC236}">
                <a16:creationId xmlns:a16="http://schemas.microsoft.com/office/drawing/2014/main" id="{0185795E-E6DD-45ED-9651-6DC59091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76575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earn-node-0-box">
            <a:extLst xmlns:a="http://schemas.openxmlformats.org/drawingml/2006/main">
              <a:ext uri="{FF2B5EF4-FFF2-40B4-BE49-F238E27FC236}">
                <a16:creationId xmlns:a16="http://schemas.microsoft.com/office/drawing/2014/main" id="{CE643757-F7B5-4EB8-BC46-8C38F8D5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1695450" cy="17716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earn-node-0-title">
            <a:extLst xmlns:a="http://schemas.openxmlformats.org/drawingml/2006/main">
              <a:ext uri="{FF2B5EF4-FFF2-40B4-BE49-F238E27FC236}">
                <a16:creationId xmlns:a16="http://schemas.microsoft.com/office/drawing/2014/main" id="{07B689D4-B7B4-4581-8C43-1E29563A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11" name="learn-node-0-body">
            <a:extLst xmlns:a="http://schemas.openxmlformats.org/drawingml/2006/main">
              <a:ext uri="{FF2B5EF4-FFF2-40B4-BE49-F238E27FC236}">
                <a16:creationId xmlns:a16="http://schemas.microsoft.com/office/drawing/2014/main" id="{E34B18DA-BD36-4643-9364-CE790515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33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成功 / 失败</a:t>
            </a:r>
          </a:p>
        </p:txBody>
      </p:sp>
      <p:sp>
        <p:nvSpPr>
          <p:cNvPr id="12" name="learn-node-1-box">
            <a:extLst xmlns:a="http://schemas.openxmlformats.org/drawingml/2006/main">
              <a:ext uri="{FF2B5EF4-FFF2-40B4-BE49-F238E27FC236}">
                <a16:creationId xmlns:a16="http://schemas.microsoft.com/office/drawing/2014/main" id="{CF1B9A7A-F2FB-4D5E-84FF-0B5E0A14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86000"/>
            <a:ext cx="1695450" cy="17716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earn-node-1-title">
            <a:extLst xmlns:a="http://schemas.openxmlformats.org/drawingml/2006/main">
              <a:ext uri="{FF2B5EF4-FFF2-40B4-BE49-F238E27FC236}">
                <a16:creationId xmlns:a16="http://schemas.microsoft.com/office/drawing/2014/main" id="{2B1A4C97-E5B6-494D-AF5C-63DEF685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574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任务记录</a:t>
            </a:r>
          </a:p>
        </p:txBody>
      </p:sp>
      <p:sp>
        <p:nvSpPr>
          <p:cNvPr id="14" name="learn-node-1-body">
            <a:extLst xmlns:a="http://schemas.openxmlformats.org/drawingml/2006/main">
              <a:ext uri="{FF2B5EF4-FFF2-40B4-BE49-F238E27FC236}">
                <a16:creationId xmlns:a16="http://schemas.microsoft.com/office/drawing/2014/main" id="{378E67F4-0407-45DA-94FB-1FC835E9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14650"/>
            <a:ext cx="133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操作与证据</a:t>
            </a:r>
          </a:p>
        </p:txBody>
      </p:sp>
      <p:sp>
        <p:nvSpPr>
          <p:cNvPr id="15" name="learn-node-2-box">
            <a:extLst xmlns:a="http://schemas.openxmlformats.org/drawingml/2006/main">
              <a:ext uri="{FF2B5EF4-FFF2-40B4-BE49-F238E27FC236}">
                <a16:creationId xmlns:a16="http://schemas.microsoft.com/office/drawing/2014/main" id="{82285A8D-D6F6-47F3-AFC4-696E2C38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86000"/>
            <a:ext cx="1695450" cy="17716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earn-node-2-title">
            <a:extLst xmlns:a="http://schemas.openxmlformats.org/drawingml/2006/main">
              <a:ext uri="{FF2B5EF4-FFF2-40B4-BE49-F238E27FC236}">
                <a16:creationId xmlns:a16="http://schemas.microsoft.com/office/drawing/2014/main" id="{F98ECA0F-D0C6-478F-A6B5-78B6E62E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574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经验提取</a:t>
            </a:r>
          </a:p>
        </p:txBody>
      </p:sp>
      <p:sp>
        <p:nvSpPr>
          <p:cNvPr id="17" name="learn-node-2-body">
            <a:extLst xmlns:a="http://schemas.openxmlformats.org/drawingml/2006/main">
              <a:ext uri="{FF2B5EF4-FFF2-40B4-BE49-F238E27FC236}">
                <a16:creationId xmlns:a16="http://schemas.microsoft.com/office/drawing/2014/main" id="{9FA2A00F-615D-4490-A137-5E792A0C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14650"/>
            <a:ext cx="133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原因与边界</a:t>
            </a:r>
          </a:p>
        </p:txBody>
      </p:sp>
      <p:sp>
        <p:nvSpPr>
          <p:cNvPr id="18" name="learn-node-3-box">
            <a:extLst xmlns:a="http://schemas.openxmlformats.org/drawingml/2006/main">
              <a:ext uri="{FF2B5EF4-FFF2-40B4-BE49-F238E27FC236}">
                <a16:creationId xmlns:a16="http://schemas.microsoft.com/office/drawing/2014/main" id="{73AB25BA-B7BB-42E6-9D2E-60531FFC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1695450" cy="17716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DFF5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learn-node-3-title">
            <a:extLst xmlns:a="http://schemas.openxmlformats.org/drawingml/2006/main">
              <a:ext uri="{FF2B5EF4-FFF2-40B4-BE49-F238E27FC236}">
                <a16:creationId xmlns:a16="http://schemas.microsoft.com/office/drawing/2014/main" id="{2226E074-7284-45E9-BA04-ED33F987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574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规则 / 门禁</a:t>
            </a:r>
          </a:p>
        </p:txBody>
      </p:sp>
      <p:sp>
        <p:nvSpPr>
          <p:cNvPr id="20" name="learn-node-3-body">
            <a:extLst xmlns:a="http://schemas.openxmlformats.org/drawingml/2006/main">
              <a:ext uri="{FF2B5EF4-FFF2-40B4-BE49-F238E27FC236}">
                <a16:creationId xmlns:a16="http://schemas.microsoft.com/office/drawing/2014/main" id="{6CB16140-F755-4E1D-B13D-BA8D4138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14650"/>
            <a:ext cx="133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写入仓库</a:t>
            </a:r>
          </a:p>
        </p:txBody>
      </p:sp>
      <p:sp>
        <p:nvSpPr>
          <p:cNvPr id="21" name="learn-node-4-box">
            <a:extLst xmlns:a="http://schemas.openxmlformats.org/drawingml/2006/main">
              <a:ext uri="{FF2B5EF4-FFF2-40B4-BE49-F238E27FC236}">
                <a16:creationId xmlns:a16="http://schemas.microsoft.com/office/drawing/2014/main" id="{566DC8B2-1186-42DF-A42C-F674440A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86000"/>
            <a:ext cx="1695450" cy="17716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earn-node-4-title">
            <a:extLst xmlns:a="http://schemas.openxmlformats.org/drawingml/2006/main">
              <a:ext uri="{FF2B5EF4-FFF2-40B4-BE49-F238E27FC236}">
                <a16:creationId xmlns:a16="http://schemas.microsoft.com/office/drawing/2014/main" id="{79031FB9-0B32-4383-A514-34EAE483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574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下一任务</a:t>
            </a:r>
          </a:p>
        </p:txBody>
      </p:sp>
      <p:sp>
        <p:nvSpPr>
          <p:cNvPr id="23" name="learn-node-4-body">
            <a:extLst xmlns:a="http://schemas.openxmlformats.org/drawingml/2006/main">
              <a:ext uri="{FF2B5EF4-FFF2-40B4-BE49-F238E27FC236}">
                <a16:creationId xmlns:a16="http://schemas.microsoft.com/office/drawing/2014/main" id="{4CED2B8D-F05B-4F3F-9727-A0883130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133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更少随机性</a:t>
            </a:r>
          </a:p>
        </p:txBody>
      </p:sp>
      <p:sp>
        <p:nvSpPr>
          <p:cNvPr id="24" name="read-receipt">
            <a:extLst xmlns:a="http://schemas.openxmlformats.org/drawingml/2006/main">
              <a:ext uri="{FF2B5EF4-FFF2-40B4-BE49-F238E27FC236}">
                <a16:creationId xmlns:a16="http://schemas.microsoft.com/office/drawing/2014/main" id="{CF706393-2EA3-4D58-9200-5BF6B29E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05350"/>
            <a:ext cx="9182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ad-receipt-text">
            <a:extLst xmlns:a="http://schemas.openxmlformats.org/drawingml/2006/main">
              <a:ext uri="{FF2B5EF4-FFF2-40B4-BE49-F238E27FC236}">
                <a16:creationId xmlns:a16="http://schemas.microsoft.com/office/drawing/2014/main" id="{AAA5AF6D-5B74-45BF-8363-608CB5C0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48225"/>
            <a:ext cx="853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示例：生成测试包前必须提交规则读取回执；缺失即在主线被打回</a:t>
            </a:r>
          </a:p>
        </p:txBody>
      </p:sp>
    </p:spTree>
    <p:extLst>
      <p:ext uri="{BB962C8B-B14F-4D97-AF65-F5344CB8AC3E}">
        <p14:creationId xmlns:p14="http://schemas.microsoft.com/office/powerpoint/2010/main" val="155021180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25">
            <a:extLst xmlns:a="http://schemas.openxmlformats.org/drawingml/2006/main">
              <a:ext uri="{FF2B5EF4-FFF2-40B4-BE49-F238E27FC236}">
                <a16:creationId xmlns:a16="http://schemas.microsoft.com/office/drawing/2014/main" id="{19D8B642-E072-484E-B830-C5D92F74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E89F7"/>
                </a:solidFill>
                <a:latin typeface="Microsoft YaHei"/>
                <a:ea typeface="Microsoft YaHei"/>
                <a:cs typeface="Microsoft YaHei"/>
              </a:rPr>
              <a:t>09 · 结语</a:t>
            </a:r>
          </a:p>
        </p:txBody>
      </p:sp>
      <p:sp>
        <p:nvSpPr>
          <p:cNvPr id="2" name="title-25">
            <a:extLst xmlns:a="http://schemas.openxmlformats.org/drawingml/2006/main">
              <a:ext uri="{FF2B5EF4-FFF2-40B4-BE49-F238E27FC236}">
                <a16:creationId xmlns:a16="http://schemas.microsoft.com/office/drawing/2014/main" id="{456E496A-163B-4967-BCE8-DA00CF83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当 AI 表现不理想，先改变协作系统</a:t>
            </a:r>
          </a:p>
        </p:txBody>
      </p:sp>
      <p:sp>
        <p:nvSpPr>
          <p:cNvPr id="3" name="rule-25">
            <a:extLst xmlns:a="http://schemas.openxmlformats.org/drawingml/2006/main">
              <a:ext uri="{FF2B5EF4-FFF2-40B4-BE49-F238E27FC236}">
                <a16:creationId xmlns:a16="http://schemas.microsoft.com/office/drawing/2014/main" id="{A05F5C57-4DF5-4A1F-9752-DDCA781C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5">
            <a:extLst xmlns:a="http://schemas.openxmlformats.org/drawingml/2006/main">
              <a:ext uri="{FF2B5EF4-FFF2-40B4-BE49-F238E27FC236}">
                <a16:creationId xmlns:a16="http://schemas.microsoft.com/office/drawing/2014/main" id="{D03E6196-FABE-4F47-82F3-520480BD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5" name="quote">
            <a:extLst xmlns:a="http://schemas.openxmlformats.org/drawingml/2006/main">
              <a:ext uri="{FF2B5EF4-FFF2-40B4-BE49-F238E27FC236}">
                <a16:creationId xmlns:a16="http://schemas.microsoft.com/office/drawing/2014/main" id="{C077FD8E-9EFD-4567-ABB0-3CF03F78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10363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0B0D10"/>
                </a:solidFill>
                <a:latin typeface="Microsoft YaHei"/>
                <a:ea typeface="Microsoft YaHei"/>
                <a:cs typeface="Microsoft YaHei"/>
              </a:rPr>
              <a:t>目标不是让 AI 永不犯错</a:t>
            </a:r>
          </a:p>
        </p:txBody>
      </p:sp>
      <p:sp>
        <p:nvSpPr>
          <p:cNvPr id="6" name="quote-sub">
            <a:extLst xmlns:a="http://schemas.openxmlformats.org/drawingml/2006/main">
              <a:ext uri="{FF2B5EF4-FFF2-40B4-BE49-F238E27FC236}">
                <a16:creationId xmlns:a16="http://schemas.microsoft.com/office/drawing/2014/main" id="{D1B74B9C-3638-4F8D-8E50-E27E7AF2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146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i="0">
                <a:solidFill>
                  <a:srgbClr val="616772"/>
                </a:solidFill>
                <a:latin typeface="Microsoft YaHei"/>
                <a:ea typeface="Microsoft YaHei"/>
                <a:cs typeface="Microsoft YaHei"/>
              </a:rPr>
              <a:t>而是让系统能发现错误、追溯错误、吸收经验，然后继续前进。</a:t>
            </a:r>
          </a:p>
        </p:txBody>
      </p:sp>
      <p:sp>
        <p:nvSpPr>
          <p:cNvPr id="7" name="close-dot-0">
            <a:extLst xmlns:a="http://schemas.openxmlformats.org/drawingml/2006/main">
              <a:ext uri="{FF2B5EF4-FFF2-40B4-BE49-F238E27FC236}">
                <a16:creationId xmlns:a16="http://schemas.microsoft.com/office/drawing/2014/main" id="{66C17EA7-BD93-413A-9A97-1910A8ED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71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ose-num-0">
            <a:extLst xmlns:a="http://schemas.openxmlformats.org/drawingml/2006/main">
              <a:ext uri="{FF2B5EF4-FFF2-40B4-BE49-F238E27FC236}">
                <a16:creationId xmlns:a16="http://schemas.microsoft.com/office/drawing/2014/main" id="{5954D194-CA2B-48FB-A5EA-758ABADE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close-action-0">
            <a:extLst xmlns:a="http://schemas.openxmlformats.org/drawingml/2006/main">
              <a:ext uri="{FF2B5EF4-FFF2-40B4-BE49-F238E27FC236}">
                <a16:creationId xmlns:a16="http://schemas.microsoft.com/office/drawing/2014/main" id="{B4CF2DC8-1FA8-4351-BB85-0B1A3EA1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把目标与验收证据说得更明确</a:t>
            </a:r>
          </a:p>
        </p:txBody>
      </p:sp>
      <p:sp>
        <p:nvSpPr>
          <p:cNvPr id="10" name="close-dot-1">
            <a:extLst xmlns:a="http://schemas.openxmlformats.org/drawingml/2006/main">
              <a:ext uri="{FF2B5EF4-FFF2-40B4-BE49-F238E27FC236}">
                <a16:creationId xmlns:a16="http://schemas.microsoft.com/office/drawing/2014/main" id="{5728EB78-8F63-4B27-A9E3-4F961333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71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ose-num-1">
            <a:extLst xmlns:a="http://schemas.openxmlformats.org/drawingml/2006/main">
              <a:ext uri="{FF2B5EF4-FFF2-40B4-BE49-F238E27FC236}">
                <a16:creationId xmlns:a16="http://schemas.microsoft.com/office/drawing/2014/main" id="{F3D22AA1-09C2-4A45-9843-617DA3F9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00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close-action-1">
            <a:extLst xmlns:a="http://schemas.openxmlformats.org/drawingml/2006/main">
              <a:ext uri="{FF2B5EF4-FFF2-40B4-BE49-F238E27FC236}">
                <a16:creationId xmlns:a16="http://schemas.microsoft.com/office/drawing/2014/main" id="{8A6B1B96-1B87-44AD-B2B5-D2ABC088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338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补齐产物被消费的完整因果链</a:t>
            </a:r>
          </a:p>
        </p:txBody>
      </p:sp>
      <p:sp>
        <p:nvSpPr>
          <p:cNvPr id="13" name="close-dot-2">
            <a:extLst xmlns:a="http://schemas.openxmlformats.org/drawingml/2006/main">
              <a:ext uri="{FF2B5EF4-FFF2-40B4-BE49-F238E27FC236}">
                <a16:creationId xmlns:a16="http://schemas.microsoft.com/office/drawing/2014/main" id="{050E35C0-FBEC-48AB-8906-CDF9309F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71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lose-num-2">
            <a:extLst xmlns:a="http://schemas.openxmlformats.org/drawingml/2006/main">
              <a:ext uri="{FF2B5EF4-FFF2-40B4-BE49-F238E27FC236}">
                <a16:creationId xmlns:a16="http://schemas.microsoft.com/office/drawing/2014/main" id="{86792668-E41F-4470-B961-5A8ADFA2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100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close-action-2">
            <a:extLst xmlns:a="http://schemas.openxmlformats.org/drawingml/2006/main">
              <a:ext uri="{FF2B5EF4-FFF2-40B4-BE49-F238E27FC236}">
                <a16:creationId xmlns:a16="http://schemas.microsoft.com/office/drawing/2014/main" id="{ACDA5C8D-0B9C-430D-BF15-49E858FC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338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让不同分支从不同方向尝试</a:t>
            </a:r>
          </a:p>
        </p:txBody>
      </p:sp>
      <p:sp>
        <p:nvSpPr>
          <p:cNvPr id="16" name="close-dot-3">
            <a:extLst xmlns:a="http://schemas.openxmlformats.org/drawingml/2006/main">
              <a:ext uri="{FF2B5EF4-FFF2-40B4-BE49-F238E27FC236}">
                <a16:creationId xmlns:a16="http://schemas.microsoft.com/office/drawing/2014/main" id="{D3C62F21-CB15-468A-8D9D-32ABE4F7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53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lose-num-3">
            <a:extLst xmlns:a="http://schemas.openxmlformats.org/drawingml/2006/main">
              <a:ext uri="{FF2B5EF4-FFF2-40B4-BE49-F238E27FC236}">
                <a16:creationId xmlns:a16="http://schemas.microsoft.com/office/drawing/2014/main" id="{E5201468-1C0D-4D94-879E-85DCE6B9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91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close-action-3">
            <a:extLst xmlns:a="http://schemas.openxmlformats.org/drawingml/2006/main">
              <a:ext uri="{FF2B5EF4-FFF2-40B4-BE49-F238E27FC236}">
                <a16:creationId xmlns:a16="http://schemas.microsoft.com/office/drawing/2014/main" id="{741A3FA0-967A-44F9-BB35-66E97CB0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9149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更换模型或 Agent，比较路线</a:t>
            </a:r>
          </a:p>
        </p:txBody>
      </p:sp>
      <p:sp>
        <p:nvSpPr>
          <p:cNvPr id="19" name="close-dot-4">
            <a:extLst xmlns:a="http://schemas.openxmlformats.org/drawingml/2006/main">
              <a:ext uri="{FF2B5EF4-FFF2-40B4-BE49-F238E27FC236}">
                <a16:creationId xmlns:a16="http://schemas.microsoft.com/office/drawing/2014/main" id="{9C401BB4-71DF-4954-9801-B5B794A5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lose-num-4">
            <a:extLst xmlns:a="http://schemas.openxmlformats.org/drawingml/2006/main">
              <a:ext uri="{FF2B5EF4-FFF2-40B4-BE49-F238E27FC236}">
                <a16:creationId xmlns:a16="http://schemas.microsoft.com/office/drawing/2014/main" id="{F212EC29-96E4-4E0B-80E5-AD94CBC9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91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close-action-4">
            <a:extLst xmlns:a="http://schemas.openxmlformats.org/drawingml/2006/main">
              <a:ext uri="{FF2B5EF4-FFF2-40B4-BE49-F238E27FC236}">
                <a16:creationId xmlns:a16="http://schemas.microsoft.com/office/drawing/2014/main" id="{EC673216-046B-4317-99A6-CAF6E236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149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71A1F"/>
                </a:solidFill>
                <a:latin typeface="Microsoft YaHei"/>
                <a:ea typeface="Microsoft YaHei"/>
                <a:cs typeface="Microsoft YaHei"/>
              </a:rPr>
              <a:t>把有效证据统一回写共享规则</a:t>
            </a:r>
          </a:p>
        </p:txBody>
      </p:sp>
    </p:spTree>
    <p:extLst>
      <p:ext uri="{BB962C8B-B14F-4D97-AF65-F5344CB8AC3E}">
        <p14:creationId xmlns:p14="http://schemas.microsoft.com/office/powerpoint/2010/main" val="5552137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2026-07-31T13:01:18.3050000Z</dcterms:created>
  <dcterms:modified xsi:type="dcterms:W3CDTF">2026-07-31T13:01:18.3050000Z</dcterms:modified>
</coreProperties>
</file>